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897A5-2802-4650-9542-B39829BD7963}" v="17" dt="2026-03-03T15:39:30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02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chim Vermeir" userId="061719f51a8e66c6" providerId="LiveId" clId="{8D4907EF-9F08-4B4D-A390-0466349307D8}"/>
    <pc:docChg chg="undo custSel modSld">
      <pc:chgData name="Joachim Vermeir" userId="061719f51a8e66c6" providerId="LiveId" clId="{8D4907EF-9F08-4B4D-A390-0466349307D8}" dt="2026-03-03T15:39:43.457" v="152" actId="14100"/>
      <pc:docMkLst>
        <pc:docMk/>
      </pc:docMkLst>
      <pc:sldChg chg="addSp delSp modSp mod">
        <pc:chgData name="Joachim Vermeir" userId="061719f51a8e66c6" providerId="LiveId" clId="{8D4907EF-9F08-4B4D-A390-0466349307D8}" dt="2026-03-03T15:39:43.457" v="152" actId="14100"/>
        <pc:sldMkLst>
          <pc:docMk/>
          <pc:sldMk cId="3050071120" sldId="256"/>
        </pc:sldMkLst>
        <pc:spChg chg="mod">
          <ac:chgData name="Joachim Vermeir" userId="061719f51a8e66c6" providerId="LiveId" clId="{8D4907EF-9F08-4B4D-A390-0466349307D8}" dt="2026-03-03T15:28:45.184" v="17" actId="1076"/>
          <ac:spMkLst>
            <pc:docMk/>
            <pc:sldMk cId="3050071120" sldId="256"/>
            <ac:spMk id="7" creationId="{9D172ECB-EA9A-8F99-F69D-D2ADE31E33ED}"/>
          </ac:spMkLst>
        </pc:spChg>
        <pc:spChg chg="mod">
          <ac:chgData name="Joachim Vermeir" userId="061719f51a8e66c6" providerId="LiveId" clId="{8D4907EF-9F08-4B4D-A390-0466349307D8}" dt="2026-03-03T15:27:43.459" v="4" actId="1076"/>
          <ac:spMkLst>
            <pc:docMk/>
            <pc:sldMk cId="3050071120" sldId="256"/>
            <ac:spMk id="20" creationId="{CAD2031D-256E-0AA1-BF72-322EC0F874E7}"/>
          </ac:spMkLst>
        </pc:spChg>
        <pc:spChg chg="mod">
          <ac:chgData name="Joachim Vermeir" userId="061719f51a8e66c6" providerId="LiveId" clId="{8D4907EF-9F08-4B4D-A390-0466349307D8}" dt="2026-03-03T15:39:12.207" v="141" actId="208"/>
          <ac:spMkLst>
            <pc:docMk/>
            <pc:sldMk cId="3050071120" sldId="256"/>
            <ac:spMk id="24" creationId="{052714EE-5255-4DE2-B334-0DAF0173AE93}"/>
          </ac:spMkLst>
        </pc:spChg>
        <pc:spChg chg="mod">
          <ac:chgData name="Joachim Vermeir" userId="061719f51a8e66c6" providerId="LiveId" clId="{8D4907EF-9F08-4B4D-A390-0466349307D8}" dt="2026-03-03T15:39:23.582" v="147" actId="1037"/>
          <ac:spMkLst>
            <pc:docMk/>
            <pc:sldMk cId="3050071120" sldId="256"/>
            <ac:spMk id="31" creationId="{7E236D1D-10DF-D873-D146-F60184840600}"/>
          </ac:spMkLst>
        </pc:spChg>
        <pc:spChg chg="mod">
          <ac:chgData name="Joachim Vermeir" userId="061719f51a8e66c6" providerId="LiveId" clId="{8D4907EF-9F08-4B4D-A390-0466349307D8}" dt="2026-03-03T15:39:23.582" v="147" actId="1037"/>
          <ac:spMkLst>
            <pc:docMk/>
            <pc:sldMk cId="3050071120" sldId="256"/>
            <ac:spMk id="32" creationId="{57BBF742-4AF9-11FB-8CB6-E7687F8F7D5F}"/>
          </ac:spMkLst>
        </pc:spChg>
        <pc:spChg chg="mod">
          <ac:chgData name="Joachim Vermeir" userId="061719f51a8e66c6" providerId="LiveId" clId="{8D4907EF-9F08-4B4D-A390-0466349307D8}" dt="2026-03-03T15:39:23.582" v="147" actId="1037"/>
          <ac:spMkLst>
            <pc:docMk/>
            <pc:sldMk cId="3050071120" sldId="256"/>
            <ac:spMk id="33" creationId="{D242B79E-D5FA-D5C6-E945-9EF417D5C080}"/>
          </ac:spMkLst>
        </pc:spChg>
        <pc:spChg chg="mod">
          <ac:chgData name="Joachim Vermeir" userId="061719f51a8e66c6" providerId="LiveId" clId="{8D4907EF-9F08-4B4D-A390-0466349307D8}" dt="2026-03-03T15:39:23.582" v="147" actId="1037"/>
          <ac:spMkLst>
            <pc:docMk/>
            <pc:sldMk cId="3050071120" sldId="256"/>
            <ac:spMk id="37" creationId="{DDE7A69A-FCA3-37B9-F57C-0C91F427E329}"/>
          </ac:spMkLst>
        </pc:spChg>
        <pc:spChg chg="mod">
          <ac:chgData name="Joachim Vermeir" userId="061719f51a8e66c6" providerId="LiveId" clId="{8D4907EF-9F08-4B4D-A390-0466349307D8}" dt="2026-03-03T15:39:23.582" v="147" actId="1037"/>
          <ac:spMkLst>
            <pc:docMk/>
            <pc:sldMk cId="3050071120" sldId="256"/>
            <ac:spMk id="38" creationId="{2B09DCE7-B186-ED1A-581B-6A7AC7CDC168}"/>
          </ac:spMkLst>
        </pc:spChg>
        <pc:spChg chg="mod">
          <ac:chgData name="Joachim Vermeir" userId="061719f51a8e66c6" providerId="LiveId" clId="{8D4907EF-9F08-4B4D-A390-0466349307D8}" dt="2026-03-03T15:39:23.582" v="147" actId="1037"/>
          <ac:spMkLst>
            <pc:docMk/>
            <pc:sldMk cId="3050071120" sldId="256"/>
            <ac:spMk id="39" creationId="{DB35D8C7-4CFD-E109-D8DD-1642AB66F355}"/>
          </ac:spMkLst>
        </pc:spChg>
        <pc:spChg chg="del">
          <ac:chgData name="Joachim Vermeir" userId="061719f51a8e66c6" providerId="LiveId" clId="{8D4907EF-9F08-4B4D-A390-0466349307D8}" dt="2026-03-03T15:28:40.292" v="14" actId="478"/>
          <ac:spMkLst>
            <pc:docMk/>
            <pc:sldMk cId="3050071120" sldId="256"/>
            <ac:spMk id="49" creationId="{8DBF7BE3-87E1-7D92-E8A5-D8158CA57534}"/>
          </ac:spMkLst>
        </pc:spChg>
        <pc:spChg chg="del">
          <ac:chgData name="Joachim Vermeir" userId="061719f51a8e66c6" providerId="LiveId" clId="{8D4907EF-9F08-4B4D-A390-0466349307D8}" dt="2026-03-03T15:28:40.292" v="14" actId="478"/>
          <ac:spMkLst>
            <pc:docMk/>
            <pc:sldMk cId="3050071120" sldId="256"/>
            <ac:spMk id="50" creationId="{F8F8AF4A-FF9E-FF50-76A7-7E7EDB4C6B78}"/>
          </ac:spMkLst>
        </pc:spChg>
        <pc:spChg chg="del">
          <ac:chgData name="Joachim Vermeir" userId="061719f51a8e66c6" providerId="LiveId" clId="{8D4907EF-9F08-4B4D-A390-0466349307D8}" dt="2026-03-03T15:28:40.292" v="14" actId="478"/>
          <ac:spMkLst>
            <pc:docMk/>
            <pc:sldMk cId="3050071120" sldId="256"/>
            <ac:spMk id="51" creationId="{8B155D1D-C906-C99F-ED29-9030E3BB6E04}"/>
          </ac:spMkLst>
        </pc:spChg>
        <pc:spChg chg="mod">
          <ac:chgData name="Joachim Vermeir" userId="061719f51a8e66c6" providerId="LiveId" clId="{8D4907EF-9F08-4B4D-A390-0466349307D8}" dt="2026-03-03T15:27:50.372" v="5" actId="20577"/>
          <ac:spMkLst>
            <pc:docMk/>
            <pc:sldMk cId="3050071120" sldId="256"/>
            <ac:spMk id="53" creationId="{8C581652-A55D-CA0D-6EE0-2D500C7322FB}"/>
          </ac:spMkLst>
        </pc:spChg>
        <pc:spChg chg="add ord">
          <ac:chgData name="Joachim Vermeir" userId="061719f51a8e66c6" providerId="LiveId" clId="{8D4907EF-9F08-4B4D-A390-0466349307D8}" dt="2026-03-03T15:28:21.466" v="10" actId="167"/>
          <ac:spMkLst>
            <pc:docMk/>
            <pc:sldMk cId="3050071120" sldId="256"/>
            <ac:spMk id="79" creationId="{42370534-EFA7-55B9-1590-3C081E385E71}"/>
          </ac:spMkLst>
        </pc:spChg>
        <pc:spChg chg="add mod">
          <ac:chgData name="Joachim Vermeir" userId="061719f51a8e66c6" providerId="LiveId" clId="{8D4907EF-9F08-4B4D-A390-0466349307D8}" dt="2026-03-03T15:28:42.571" v="15"/>
          <ac:spMkLst>
            <pc:docMk/>
            <pc:sldMk cId="3050071120" sldId="256"/>
            <ac:spMk id="83" creationId="{EF50FE5F-CB42-B0EE-C4DE-098A8DFA6CCC}"/>
          </ac:spMkLst>
        </pc:spChg>
        <pc:spChg chg="add mod">
          <ac:chgData name="Joachim Vermeir" userId="061719f51a8e66c6" providerId="LiveId" clId="{8D4907EF-9F08-4B4D-A390-0466349307D8}" dt="2026-03-03T15:28:42.571" v="15"/>
          <ac:spMkLst>
            <pc:docMk/>
            <pc:sldMk cId="3050071120" sldId="256"/>
            <ac:spMk id="84" creationId="{442AFC64-6C4C-3768-CCB9-C425CC2075C0}"/>
          </ac:spMkLst>
        </pc:spChg>
        <pc:spChg chg="add mod">
          <ac:chgData name="Joachim Vermeir" userId="061719f51a8e66c6" providerId="LiveId" clId="{8D4907EF-9F08-4B4D-A390-0466349307D8}" dt="2026-03-03T15:28:42.571" v="15"/>
          <ac:spMkLst>
            <pc:docMk/>
            <pc:sldMk cId="3050071120" sldId="256"/>
            <ac:spMk id="85" creationId="{DD88E94E-218C-CD31-64B3-6C70A6B535BE}"/>
          </ac:spMkLst>
        </pc:spChg>
        <pc:spChg chg="add mod">
          <ac:chgData name="Joachim Vermeir" userId="061719f51a8e66c6" providerId="LiveId" clId="{8D4907EF-9F08-4B4D-A390-0466349307D8}" dt="2026-03-03T15:28:58.829" v="23" actId="1037"/>
          <ac:spMkLst>
            <pc:docMk/>
            <pc:sldMk cId="3050071120" sldId="256"/>
            <ac:spMk id="87" creationId="{D8C09A24-1FDA-7338-396D-2A30B3DB3848}"/>
          </ac:spMkLst>
        </pc:spChg>
        <pc:spChg chg="add mod">
          <ac:chgData name="Joachim Vermeir" userId="061719f51a8e66c6" providerId="LiveId" clId="{8D4907EF-9F08-4B4D-A390-0466349307D8}" dt="2026-03-03T15:28:58.829" v="23" actId="1037"/>
          <ac:spMkLst>
            <pc:docMk/>
            <pc:sldMk cId="3050071120" sldId="256"/>
            <ac:spMk id="88" creationId="{C0B901F1-A017-3E6B-1F16-D319D0311A5B}"/>
          </ac:spMkLst>
        </pc:spChg>
        <pc:spChg chg="add mod">
          <ac:chgData name="Joachim Vermeir" userId="061719f51a8e66c6" providerId="LiveId" clId="{8D4907EF-9F08-4B4D-A390-0466349307D8}" dt="2026-03-03T15:28:58.829" v="23" actId="1037"/>
          <ac:spMkLst>
            <pc:docMk/>
            <pc:sldMk cId="3050071120" sldId="256"/>
            <ac:spMk id="89" creationId="{ECFDF3E8-5CEC-AB4D-0674-D11E6D15CA7A}"/>
          </ac:spMkLst>
        </pc:spChg>
        <pc:spChg chg="add del mod ord">
          <ac:chgData name="Joachim Vermeir" userId="061719f51a8e66c6" providerId="LiveId" clId="{8D4907EF-9F08-4B4D-A390-0466349307D8}" dt="2026-03-03T15:32:31.549" v="95" actId="478"/>
          <ac:spMkLst>
            <pc:docMk/>
            <pc:sldMk cId="3050071120" sldId="256"/>
            <ac:spMk id="95" creationId="{D6C64973-BBB0-A951-5860-F47F552A4B8A}"/>
          </ac:spMkLst>
        </pc:spChg>
        <pc:spChg chg="add mod ord">
          <ac:chgData name="Joachim Vermeir" userId="061719f51a8e66c6" providerId="LiveId" clId="{8D4907EF-9F08-4B4D-A390-0466349307D8}" dt="2026-03-03T15:30:21.921" v="48" actId="167"/>
          <ac:spMkLst>
            <pc:docMk/>
            <pc:sldMk cId="3050071120" sldId="256"/>
            <ac:spMk id="98" creationId="{2EE2CBB9-770C-9D66-C0FB-1DF537FEACAC}"/>
          </ac:spMkLst>
        </pc:spChg>
        <pc:spChg chg="add mod ord">
          <ac:chgData name="Joachim Vermeir" userId="061719f51a8e66c6" providerId="LiveId" clId="{8D4907EF-9F08-4B4D-A390-0466349307D8}" dt="2026-03-03T15:33:27.126" v="132" actId="1037"/>
          <ac:spMkLst>
            <pc:docMk/>
            <pc:sldMk cId="3050071120" sldId="256"/>
            <ac:spMk id="104" creationId="{30F8EDAA-B660-6473-96E0-670660D61573}"/>
          </ac:spMkLst>
        </pc:spChg>
        <pc:spChg chg="add del mod">
          <ac:chgData name="Joachim Vermeir" userId="061719f51a8e66c6" providerId="LiveId" clId="{8D4907EF-9F08-4B4D-A390-0466349307D8}" dt="2026-03-03T15:32:54.244" v="99" actId="478"/>
          <ac:spMkLst>
            <pc:docMk/>
            <pc:sldMk cId="3050071120" sldId="256"/>
            <ac:spMk id="110" creationId="{E2B04002-664E-03F6-374A-C3164ECB02FF}"/>
          </ac:spMkLst>
        </pc:spChg>
        <pc:spChg chg="add mod ord">
          <ac:chgData name="Joachim Vermeir" userId="061719f51a8e66c6" providerId="LiveId" clId="{8D4907EF-9F08-4B4D-A390-0466349307D8}" dt="2026-03-03T15:39:23.582" v="147" actId="1037"/>
          <ac:spMkLst>
            <pc:docMk/>
            <pc:sldMk cId="3050071120" sldId="256"/>
            <ac:spMk id="127" creationId="{759B416F-9364-B481-07C8-62F1C297FC15}"/>
          </ac:spMkLst>
        </pc:spChg>
        <pc:cxnChg chg="mod">
          <ac:chgData name="Joachim Vermeir" userId="061719f51a8e66c6" providerId="LiveId" clId="{8D4907EF-9F08-4B4D-A390-0466349307D8}" dt="2026-03-03T15:33:52.862" v="133" actId="693"/>
          <ac:cxnSpMkLst>
            <pc:docMk/>
            <pc:sldMk cId="3050071120" sldId="256"/>
            <ac:cxnSpMk id="17" creationId="{F945DAEE-436E-8677-3DDF-DDDF593B3829}"/>
          </ac:cxnSpMkLst>
        </pc:cxnChg>
        <pc:cxnChg chg="mod">
          <ac:chgData name="Joachim Vermeir" userId="061719f51a8e66c6" providerId="LiveId" clId="{8D4907EF-9F08-4B4D-A390-0466349307D8}" dt="2026-03-03T15:33:52.862" v="133" actId="693"/>
          <ac:cxnSpMkLst>
            <pc:docMk/>
            <pc:sldMk cId="3050071120" sldId="256"/>
            <ac:cxnSpMk id="19" creationId="{53F81AD1-17FE-A4F9-C6F8-31632EDD25D5}"/>
          </ac:cxnSpMkLst>
        </pc:cxnChg>
        <pc:cxnChg chg="mod">
          <ac:chgData name="Joachim Vermeir" userId="061719f51a8e66c6" providerId="LiveId" clId="{8D4907EF-9F08-4B4D-A390-0466349307D8}" dt="2026-03-03T15:27:43.459" v="4" actId="1076"/>
          <ac:cxnSpMkLst>
            <pc:docMk/>
            <pc:sldMk cId="3050071120" sldId="256"/>
            <ac:cxnSpMk id="22" creationId="{8EA8BB3C-A91C-996B-8498-8E1DFF227D5D}"/>
          </ac:cxnSpMkLst>
        </pc:cxnChg>
        <pc:cxnChg chg="mod">
          <ac:chgData name="Joachim Vermeir" userId="061719f51a8e66c6" providerId="LiveId" clId="{8D4907EF-9F08-4B4D-A390-0466349307D8}" dt="2026-03-03T15:28:45.184" v="17" actId="1076"/>
          <ac:cxnSpMkLst>
            <pc:docMk/>
            <pc:sldMk cId="3050071120" sldId="256"/>
            <ac:cxnSpMk id="55" creationId="{96C5A21F-4408-88C1-522E-CCFC93586E8A}"/>
          </ac:cxnSpMkLst>
        </pc:cxnChg>
        <pc:cxnChg chg="mod">
          <ac:chgData name="Joachim Vermeir" userId="061719f51a8e66c6" providerId="LiveId" clId="{8D4907EF-9F08-4B4D-A390-0466349307D8}" dt="2026-03-03T15:29:05.166" v="25" actId="14100"/>
          <ac:cxnSpMkLst>
            <pc:docMk/>
            <pc:sldMk cId="3050071120" sldId="256"/>
            <ac:cxnSpMk id="59" creationId="{B8FB9838-D022-3715-4098-E00848B63CF0}"/>
          </ac:cxnSpMkLst>
        </pc:cxnChg>
        <pc:cxnChg chg="add mod">
          <ac:chgData name="Joachim Vermeir" userId="061719f51a8e66c6" providerId="LiveId" clId="{8D4907EF-9F08-4B4D-A390-0466349307D8}" dt="2026-03-03T15:32:37.624" v="97" actId="14100"/>
          <ac:cxnSpMkLst>
            <pc:docMk/>
            <pc:sldMk cId="3050071120" sldId="256"/>
            <ac:cxnSpMk id="92" creationId="{63A10A37-E370-4ACD-D564-E4B5F34F4A15}"/>
          </ac:cxnSpMkLst>
        </pc:cxnChg>
        <pc:cxnChg chg="add mod">
          <ac:chgData name="Joachim Vermeir" userId="061719f51a8e66c6" providerId="LiveId" clId="{8D4907EF-9F08-4B4D-A390-0466349307D8}" dt="2026-03-03T15:29:51.362" v="39" actId="1076"/>
          <ac:cxnSpMkLst>
            <pc:docMk/>
            <pc:sldMk cId="3050071120" sldId="256"/>
            <ac:cxnSpMk id="99" creationId="{2102B3E8-74B2-F731-9F30-A615C4B488CC}"/>
          </ac:cxnSpMkLst>
        </pc:cxnChg>
        <pc:cxnChg chg="add mod">
          <ac:chgData name="Joachim Vermeir" userId="061719f51a8e66c6" providerId="LiveId" clId="{8D4907EF-9F08-4B4D-A390-0466349307D8}" dt="2026-03-03T15:29:58.986" v="41"/>
          <ac:cxnSpMkLst>
            <pc:docMk/>
            <pc:sldMk cId="3050071120" sldId="256"/>
            <ac:cxnSpMk id="103" creationId="{ED104572-75A1-821E-498D-B16E644769E3}"/>
          </ac:cxnSpMkLst>
        </pc:cxnChg>
        <pc:cxnChg chg="add mod">
          <ac:chgData name="Joachim Vermeir" userId="061719f51a8e66c6" providerId="LiveId" clId="{8D4907EF-9F08-4B4D-A390-0466349307D8}" dt="2026-03-03T15:33:27.126" v="132" actId="1037"/>
          <ac:cxnSpMkLst>
            <pc:docMk/>
            <pc:sldMk cId="3050071120" sldId="256"/>
            <ac:cxnSpMk id="105" creationId="{89206E24-DA77-14CF-C793-762E8326C73C}"/>
          </ac:cxnSpMkLst>
        </pc:cxnChg>
        <pc:cxnChg chg="add mod">
          <ac:chgData name="Joachim Vermeir" userId="061719f51a8e66c6" providerId="LiveId" clId="{8D4907EF-9F08-4B4D-A390-0466349307D8}" dt="2026-03-03T15:31:59.050" v="51" actId="14100"/>
          <ac:cxnSpMkLst>
            <pc:docMk/>
            <pc:sldMk cId="3050071120" sldId="256"/>
            <ac:cxnSpMk id="109" creationId="{67049EA9-8E22-6A32-7BC3-BFB02F52758B}"/>
          </ac:cxnSpMkLst>
        </pc:cxnChg>
        <pc:cxnChg chg="add mod">
          <ac:chgData name="Joachim Vermeir" userId="061719f51a8e66c6" providerId="LiveId" clId="{8D4907EF-9F08-4B4D-A390-0466349307D8}" dt="2026-03-03T15:39:23.582" v="147" actId="1037"/>
          <ac:cxnSpMkLst>
            <pc:docMk/>
            <pc:sldMk cId="3050071120" sldId="256"/>
            <ac:cxnSpMk id="113" creationId="{D4D20CB5-A692-78CE-523F-9A2FC050F135}"/>
          </ac:cxnSpMkLst>
        </pc:cxnChg>
        <pc:cxnChg chg="add mod">
          <ac:chgData name="Joachim Vermeir" userId="061719f51a8e66c6" providerId="LiveId" clId="{8D4907EF-9F08-4B4D-A390-0466349307D8}" dt="2026-03-03T15:39:23.582" v="147" actId="1037"/>
          <ac:cxnSpMkLst>
            <pc:docMk/>
            <pc:sldMk cId="3050071120" sldId="256"/>
            <ac:cxnSpMk id="116" creationId="{98CB46C8-0E31-E705-BEBE-9319D7C5E4EB}"/>
          </ac:cxnSpMkLst>
        </pc:cxnChg>
        <pc:cxnChg chg="add mod">
          <ac:chgData name="Joachim Vermeir" userId="061719f51a8e66c6" providerId="LiveId" clId="{8D4907EF-9F08-4B4D-A390-0466349307D8}" dt="2026-03-03T15:39:28.708" v="148" actId="14100"/>
          <ac:cxnSpMkLst>
            <pc:docMk/>
            <pc:sldMk cId="3050071120" sldId="256"/>
            <ac:cxnSpMk id="122" creationId="{3A566718-B3BA-33C5-56D3-C56A9848935A}"/>
          </ac:cxnSpMkLst>
        </pc:cxnChg>
        <pc:cxnChg chg="add mod">
          <ac:chgData name="Joachim Vermeir" userId="061719f51a8e66c6" providerId="LiveId" clId="{8D4907EF-9F08-4B4D-A390-0466349307D8}" dt="2026-03-03T15:39:43.457" v="152" actId="14100"/>
          <ac:cxnSpMkLst>
            <pc:docMk/>
            <pc:sldMk cId="3050071120" sldId="256"/>
            <ac:cxnSpMk id="132" creationId="{F4E2A5E3-1CFD-2EE3-A3E5-E1668A3CFFA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0057-682E-DE11-E265-8FEB93F39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6782416-FE97-3764-4E17-A1752AFDD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20B3658-C3DA-FFB4-4EF5-0C24C255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AFA8D27-A96E-8C4F-BBFC-EFE6404D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7F3174-7C43-09B5-4006-490A5717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5714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ED7F3B-86F3-6E96-4E12-D5792FBAC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7C079A-BA9C-D1A7-1B53-504E7D47A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86B325E-7FFB-8D2D-DA5C-102C6E9A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1C77860-4EC8-1006-7019-7BA1A24D0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D1CA2A6-2B53-0443-B232-9E24D09C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2136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D7CDAD-7D11-326B-D2DC-6DACA61D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002C61D-4668-0C1A-4055-5A70D0533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69E4898-55EF-F472-7DD9-2BCB99621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CB18AC-EA41-E41C-BB70-3CFCEE883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3C53DC-CCE5-CF7E-6FF5-37791D741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6243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8D79C9-537B-C748-A609-4FEECB21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238C67C-17E1-CF32-3FD7-5D52ADF9B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BD078D1-0613-E544-C0F1-EB6C1442B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18DE515-6AEC-CF7C-A582-AA1CA5FC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DE66F6B-A0F7-DBF7-DC54-1513725E5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7E84FF6-803E-53E4-A607-251B9B8D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16867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EAEF4-3701-6A9E-6E01-B9D64667E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1D2C717-9FE5-E32B-B717-A809E1319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ED02B75-DD4E-3CA5-CF74-7180472E8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D040411-1A44-0184-4355-A0F839852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FE6275C-A4E2-73F3-DD57-C68B1E8CA5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A3635B7-25D9-3E66-C549-980884265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42BCD31-7ED4-03F4-AE34-5EC14038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03FEA62-1664-60E4-BE68-A087ECDF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24570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F26B28-3D62-0590-C3E8-865C5A41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5BD751F-F4C0-99A4-BA3B-42FEC2BD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96E0719-8D79-D673-3393-D1535300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38BE9AE-1549-BF64-8FFB-932CCF6F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64006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2110ED8-6B99-58BB-21B7-F94A7EF1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2A74282-E488-3FA6-7663-BFA5BBD1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244CAAC-9CEE-CBD8-DCC3-F0113D32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9967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96CE1E-06A3-5A60-AA2E-144DC050A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581FBD9-3CD2-00C4-41FA-A4ED0BF31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C107A4A-9DD8-6D22-255E-1B9742C58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0827B58-D099-095A-8012-9335ED6D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EE8429D-221D-0D04-666F-E4FEF895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304B3C3-F200-9625-C8DE-48D78D04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643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05553A-630A-4E61-42B1-CE675003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ACCE3B0-5C20-D333-36BD-5D6244ED0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D861FD1-1891-A396-D410-117F3D2A2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0863880-A64A-4E2E-D43B-38B671D3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40B48C5-A004-8364-2648-D0499DB6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F2495E2-F1AF-4AF2-5EE4-ACADAC59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9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592D9A-E9A5-E348-C896-273C4FC2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7E02642-9F21-B5DB-BB50-279D62DA7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D964207-E549-EB0C-6825-8E5D72D1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160DADD-2F84-DB56-FD5E-D0693AC54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31B8E6E-1C97-24D9-9E0E-D00376CF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6696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3F4FFC6C-BBD2-C0CE-FE55-828A8070D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9A3798C-0A86-2090-C633-BA768FC77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908C610-6E13-E15A-49C2-AD02822C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634E83E-96DF-C56D-1FC5-F483FB84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D2CD70-E6FD-3D93-0688-053E7E57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590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89A554D-B216-1257-B80F-CB59BB82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447A497-E8E6-8E61-79D4-D5F5A5A9C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EF7485-9D9A-18E6-A6B1-D74EA454B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64D91-3CCF-4570-A59C-176B3E6C7360}" type="datetimeFigureOut">
              <a:rPr lang="nl-BE" smtClean="0"/>
              <a:t>4/03/2026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B98A795-0C69-ACAD-1A5B-E3AA6AAD5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445E84-CB1A-A54C-98AA-A26DDC29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40F8A-E2B3-41C6-A5B0-6D4B82B8355E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DEDF8-4A99-1F78-E5B0-FFD2DDC752D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956812" y="6687820"/>
            <a:ext cx="42957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E" sz="700">
                <a:solidFill>
                  <a:srgbClr val="737373">
                    <a:alpha val="50000"/>
                  </a:srgbClr>
                </a:solidFill>
                <a:latin typeface="Aptos" panose="020B0004020202020204" pitchFamily="34" charset="0"/>
              </a:rPr>
              <a:t>Confidential - Not for you? Notify the sender and delete. See more on https://www.proximus.com/confidentiality</a:t>
            </a:r>
          </a:p>
        </p:txBody>
      </p:sp>
    </p:spTree>
    <p:extLst>
      <p:ext uri="{BB962C8B-B14F-4D97-AF65-F5344CB8AC3E}">
        <p14:creationId xmlns:p14="http://schemas.microsoft.com/office/powerpoint/2010/main" val="285039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hthoek 97">
            <a:extLst>
              <a:ext uri="{FF2B5EF4-FFF2-40B4-BE49-F238E27FC236}">
                <a16:creationId xmlns:a16="http://schemas.microsoft.com/office/drawing/2014/main" id="{2EE2CBB9-770C-9D66-C0FB-1DF537FEACAC}"/>
              </a:ext>
            </a:extLst>
          </p:cNvPr>
          <p:cNvSpPr/>
          <p:nvPr/>
        </p:nvSpPr>
        <p:spPr>
          <a:xfrm>
            <a:off x="8032378" y="374276"/>
            <a:ext cx="251010" cy="206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4" name="Rechthoek 103">
            <a:extLst>
              <a:ext uri="{FF2B5EF4-FFF2-40B4-BE49-F238E27FC236}">
                <a16:creationId xmlns:a16="http://schemas.microsoft.com/office/drawing/2014/main" id="{30F8EDAA-B660-6473-96E0-670660D61573}"/>
              </a:ext>
            </a:extLst>
          </p:cNvPr>
          <p:cNvSpPr/>
          <p:nvPr/>
        </p:nvSpPr>
        <p:spPr>
          <a:xfrm>
            <a:off x="10849538" y="374276"/>
            <a:ext cx="251010" cy="206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9" name="Rechthoek 78">
            <a:extLst>
              <a:ext uri="{FF2B5EF4-FFF2-40B4-BE49-F238E27FC236}">
                <a16:creationId xmlns:a16="http://schemas.microsoft.com/office/drawing/2014/main" id="{42370534-EFA7-55B9-1590-3C081E385E71}"/>
              </a:ext>
            </a:extLst>
          </p:cNvPr>
          <p:cNvSpPr/>
          <p:nvPr/>
        </p:nvSpPr>
        <p:spPr>
          <a:xfrm>
            <a:off x="2043953" y="374277"/>
            <a:ext cx="251010" cy="206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9BE31FCD-8C48-A5DC-EE94-25E63D7FC4CC}"/>
              </a:ext>
            </a:extLst>
          </p:cNvPr>
          <p:cNvSpPr/>
          <p:nvPr/>
        </p:nvSpPr>
        <p:spPr>
          <a:xfrm>
            <a:off x="2294963" y="1766050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>
                <a:solidFill>
                  <a:sysClr val="windowText" lastClr="000000"/>
                </a:solidFill>
              </a:rPr>
              <a:t>teams-ui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AD283378-409A-C7EF-AE4D-A3E707B85897}"/>
              </a:ext>
            </a:extLst>
          </p:cNvPr>
          <p:cNvSpPr/>
          <p:nvPr/>
        </p:nvSpPr>
        <p:spPr>
          <a:xfrm>
            <a:off x="2644587" y="3769661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pod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Teams-ui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C198F6E4-5E89-2B23-D9E7-58C230DEBEB1}"/>
              </a:ext>
            </a:extLst>
          </p:cNvPr>
          <p:cNvSpPr/>
          <p:nvPr/>
        </p:nvSpPr>
        <p:spPr>
          <a:xfrm>
            <a:off x="2644587" y="3146613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&lt;service&gt;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D172ECB-EA9A-8F99-F69D-D2ADE31E33ED}"/>
              </a:ext>
            </a:extLst>
          </p:cNvPr>
          <p:cNvSpPr/>
          <p:nvPr/>
        </p:nvSpPr>
        <p:spPr>
          <a:xfrm>
            <a:off x="2644587" y="2523565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ingress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8BDEB769-6D83-0860-6CC6-126A1818DA02}"/>
              </a:ext>
            </a:extLst>
          </p:cNvPr>
          <p:cNvSpPr/>
          <p:nvPr/>
        </p:nvSpPr>
        <p:spPr>
          <a:xfrm>
            <a:off x="4294093" y="1761566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>
                <a:solidFill>
                  <a:sysClr val="windowText" lastClr="000000"/>
                </a:solidFill>
              </a:rPr>
              <a:t>teams-</a:t>
            </a:r>
            <a:r>
              <a:rPr lang="nl-BE" dirty="0" err="1">
                <a:solidFill>
                  <a:sysClr val="windowText" lastClr="000000"/>
                </a:solidFill>
              </a:rPr>
              <a:t>api</a:t>
            </a:r>
            <a:endParaRPr lang="nl-BE" dirty="0">
              <a:solidFill>
                <a:sysClr val="windowText" lastClr="000000"/>
              </a:solidFill>
            </a:endParaRP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354660C0-B5C3-5992-330B-4585EDB4878E}"/>
              </a:ext>
            </a:extLst>
          </p:cNvPr>
          <p:cNvSpPr/>
          <p:nvPr/>
        </p:nvSpPr>
        <p:spPr>
          <a:xfrm>
            <a:off x="4643717" y="3765177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pod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Teams-</a:t>
            </a:r>
            <a:r>
              <a:rPr lang="nl-BE" sz="1100" dirty="0" err="1">
                <a:solidFill>
                  <a:sysClr val="windowText" lastClr="000000"/>
                </a:solidFill>
              </a:rPr>
              <a:t>api</a:t>
            </a:r>
            <a:endParaRPr lang="nl-BE" sz="11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130A27B9-6C0E-D9F5-249A-3A9B606FDB6A}"/>
              </a:ext>
            </a:extLst>
          </p:cNvPr>
          <p:cNvSpPr/>
          <p:nvPr/>
        </p:nvSpPr>
        <p:spPr>
          <a:xfrm>
            <a:off x="4643717" y="3142129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&lt;service&gt;</a:t>
            </a: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C9781A57-B0AA-833D-F089-D1575DFA7EEB}"/>
              </a:ext>
            </a:extLst>
          </p:cNvPr>
          <p:cNvSpPr/>
          <p:nvPr/>
        </p:nvSpPr>
        <p:spPr>
          <a:xfrm>
            <a:off x="4643717" y="2519081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ingress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</p:txBody>
      </p:sp>
      <p:sp>
        <p:nvSpPr>
          <p:cNvPr id="12" name="Rechthoek: afgeronde hoeken 11">
            <a:extLst>
              <a:ext uri="{FF2B5EF4-FFF2-40B4-BE49-F238E27FC236}">
                <a16:creationId xmlns:a16="http://schemas.microsoft.com/office/drawing/2014/main" id="{65AC5932-FD22-855A-9BCC-2F88E538C8B6}"/>
              </a:ext>
            </a:extLst>
          </p:cNvPr>
          <p:cNvSpPr/>
          <p:nvPr/>
        </p:nvSpPr>
        <p:spPr>
          <a:xfrm>
            <a:off x="6293223" y="1761566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>
                <a:solidFill>
                  <a:sysClr val="windowText" lastClr="000000"/>
                </a:solidFill>
              </a:rPr>
              <a:t>teams-operator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7CFEA89-1330-92B0-8C71-BFA867ED9D80}"/>
              </a:ext>
            </a:extLst>
          </p:cNvPr>
          <p:cNvSpPr/>
          <p:nvPr/>
        </p:nvSpPr>
        <p:spPr>
          <a:xfrm>
            <a:off x="6642847" y="3765177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pod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Teams-operator</a:t>
            </a:r>
          </a:p>
        </p:txBody>
      </p: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F945DAEE-436E-8677-3DDF-DDDF593B3829}"/>
              </a:ext>
            </a:extLst>
          </p:cNvPr>
          <p:cNvCxnSpPr>
            <a:stCxn id="13" idx="1"/>
            <a:endCxn id="9" idx="3"/>
          </p:cNvCxnSpPr>
          <p:nvPr/>
        </p:nvCxnSpPr>
        <p:spPr>
          <a:xfrm flipH="1">
            <a:off x="5620870" y="4056530"/>
            <a:ext cx="1021977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53F81AD1-17FE-A4F9-C6F8-31632EDD25D5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3621740" y="4056530"/>
            <a:ext cx="1021977" cy="448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hoek 19">
            <a:extLst>
              <a:ext uri="{FF2B5EF4-FFF2-40B4-BE49-F238E27FC236}">
                <a16:creationId xmlns:a16="http://schemas.microsoft.com/office/drawing/2014/main" id="{CAD2031D-256E-0AA1-BF72-322EC0F874E7}"/>
              </a:ext>
            </a:extLst>
          </p:cNvPr>
          <p:cNvSpPr/>
          <p:nvPr/>
        </p:nvSpPr>
        <p:spPr>
          <a:xfrm>
            <a:off x="3666564" y="704292"/>
            <a:ext cx="977153" cy="3260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chemeClr val="tx1"/>
                </a:solidFill>
              </a:rPr>
              <a:t>TCLI</a:t>
            </a:r>
          </a:p>
        </p:txBody>
      </p: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8EA8BB3C-A91C-996B-8498-8E1DFF227D5D}"/>
              </a:ext>
            </a:extLst>
          </p:cNvPr>
          <p:cNvCxnSpPr>
            <a:cxnSpLocks/>
            <a:stCxn id="20" idx="2"/>
            <a:endCxn id="11" idx="1"/>
          </p:cNvCxnSpPr>
          <p:nvPr/>
        </p:nvCxnSpPr>
        <p:spPr>
          <a:xfrm rot="16200000" flipH="1">
            <a:off x="3509404" y="1676121"/>
            <a:ext cx="1780050" cy="488576"/>
          </a:xfrm>
          <a:prstGeom prst="bentConnector2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hoek: afgeronde hoeken 23">
            <a:extLst>
              <a:ext uri="{FF2B5EF4-FFF2-40B4-BE49-F238E27FC236}">
                <a16:creationId xmlns:a16="http://schemas.microsoft.com/office/drawing/2014/main" id="{052714EE-5255-4DE2-B334-0DAF0173AE93}"/>
              </a:ext>
            </a:extLst>
          </p:cNvPr>
          <p:cNvSpPr/>
          <p:nvPr/>
        </p:nvSpPr>
        <p:spPr>
          <a:xfrm>
            <a:off x="10148050" y="1761566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>
                <a:solidFill>
                  <a:sysClr val="windowText" lastClr="000000"/>
                </a:solidFill>
              </a:rPr>
              <a:t>team-xxx</a:t>
            </a: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3A87DD47-225B-FB8E-C27E-2E5A31D97C8B}"/>
              </a:ext>
            </a:extLst>
          </p:cNvPr>
          <p:cNvSpPr/>
          <p:nvPr/>
        </p:nvSpPr>
        <p:spPr>
          <a:xfrm>
            <a:off x="6642847" y="6060141"/>
            <a:ext cx="977153" cy="5827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/>
              <a:t>&lt;ns&gt;</a:t>
            </a:r>
          </a:p>
          <a:p>
            <a:pPr algn="ctr"/>
            <a:r>
              <a:rPr lang="nl-BE" sz="1100" dirty="0"/>
              <a:t>Team-xxx</a:t>
            </a:r>
          </a:p>
        </p:txBody>
      </p: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5DCE4A18-E542-9B72-D96B-06186F1733BA}"/>
              </a:ext>
            </a:extLst>
          </p:cNvPr>
          <p:cNvCxnSpPr>
            <a:stCxn id="13" idx="2"/>
            <a:endCxn id="26" idx="0"/>
          </p:cNvCxnSpPr>
          <p:nvPr/>
        </p:nvCxnSpPr>
        <p:spPr>
          <a:xfrm>
            <a:off x="7131424" y="4347883"/>
            <a:ext cx="0" cy="1712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erbindingslijn: gebogen 29">
            <a:extLst>
              <a:ext uri="{FF2B5EF4-FFF2-40B4-BE49-F238E27FC236}">
                <a16:creationId xmlns:a16="http://schemas.microsoft.com/office/drawing/2014/main" id="{E2C0FD6D-E1FB-FAB7-CBEF-B1288BB32DF1}"/>
              </a:ext>
            </a:extLst>
          </p:cNvPr>
          <p:cNvCxnSpPr>
            <a:stCxn id="26" idx="3"/>
            <a:endCxn id="24" idx="2"/>
          </p:cNvCxnSpPr>
          <p:nvPr/>
        </p:nvCxnSpPr>
        <p:spPr>
          <a:xfrm flipV="1">
            <a:off x="7620000" y="4531660"/>
            <a:ext cx="3352803" cy="18198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hthoek: afgeronde hoeken 47">
            <a:extLst>
              <a:ext uri="{FF2B5EF4-FFF2-40B4-BE49-F238E27FC236}">
                <a16:creationId xmlns:a16="http://schemas.microsoft.com/office/drawing/2014/main" id="{FF8BE3A7-5B0D-4D64-49CB-BBCD80D5E005}"/>
              </a:ext>
            </a:extLst>
          </p:cNvPr>
          <p:cNvSpPr/>
          <p:nvPr/>
        </p:nvSpPr>
        <p:spPr>
          <a:xfrm>
            <a:off x="331693" y="1757082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 err="1">
                <a:solidFill>
                  <a:sysClr val="windowText" lastClr="000000"/>
                </a:solidFill>
              </a:rPr>
              <a:t>keycloak</a:t>
            </a:r>
            <a:endParaRPr lang="nl-BE" dirty="0">
              <a:solidFill>
                <a:sysClr val="windowText" lastClr="000000"/>
              </a:solidFill>
            </a:endParaRPr>
          </a:p>
        </p:txBody>
      </p:sp>
      <p:sp>
        <p:nvSpPr>
          <p:cNvPr id="53" name="Rechthoek 52">
            <a:extLst>
              <a:ext uri="{FF2B5EF4-FFF2-40B4-BE49-F238E27FC236}">
                <a16:creationId xmlns:a16="http://schemas.microsoft.com/office/drawing/2014/main" id="{8C581652-A55D-CA0D-6EE0-2D500C7322FB}"/>
              </a:ext>
            </a:extLst>
          </p:cNvPr>
          <p:cNvSpPr/>
          <p:nvPr/>
        </p:nvSpPr>
        <p:spPr>
          <a:xfrm>
            <a:off x="883021" y="168087"/>
            <a:ext cx="10699379" cy="4123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chemeClr val="tx1"/>
                </a:solidFill>
              </a:rPr>
              <a:t>Browser</a:t>
            </a:r>
          </a:p>
        </p:txBody>
      </p:sp>
      <p:cxnSp>
        <p:nvCxnSpPr>
          <p:cNvPr id="55" name="Verbindingslijn: gebogen 54">
            <a:extLst>
              <a:ext uri="{FF2B5EF4-FFF2-40B4-BE49-F238E27FC236}">
                <a16:creationId xmlns:a16="http://schemas.microsoft.com/office/drawing/2014/main" id="{96C5A21F-4408-88C1-522E-CCFC93586E8A}"/>
              </a:ext>
            </a:extLst>
          </p:cNvPr>
          <p:cNvCxnSpPr>
            <a:cxnSpLocks/>
            <a:stCxn id="79" idx="2"/>
            <a:endCxn id="7" idx="1"/>
          </p:cNvCxnSpPr>
          <p:nvPr/>
        </p:nvCxnSpPr>
        <p:spPr>
          <a:xfrm rot="16200000" flipH="1">
            <a:off x="1289798" y="1460128"/>
            <a:ext cx="2234449" cy="475129"/>
          </a:xfrm>
          <a:prstGeom prst="bentConnector2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Verbindingslijn: gebogen 58">
            <a:extLst>
              <a:ext uri="{FF2B5EF4-FFF2-40B4-BE49-F238E27FC236}">
                <a16:creationId xmlns:a16="http://schemas.microsoft.com/office/drawing/2014/main" id="{B8FB9838-D022-3715-4098-E00848B63CF0}"/>
              </a:ext>
            </a:extLst>
          </p:cNvPr>
          <p:cNvCxnSpPr>
            <a:cxnSpLocks/>
            <a:stCxn id="53" idx="1"/>
            <a:endCxn id="89" idx="1"/>
          </p:cNvCxnSpPr>
          <p:nvPr/>
        </p:nvCxnSpPr>
        <p:spPr>
          <a:xfrm rot="10800000" flipV="1">
            <a:off x="697003" y="374277"/>
            <a:ext cx="186019" cy="2429431"/>
          </a:xfrm>
          <a:prstGeom prst="bentConnector3">
            <a:avLst>
              <a:gd name="adj1" fmla="val 401203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hthoek 86">
            <a:extLst>
              <a:ext uri="{FF2B5EF4-FFF2-40B4-BE49-F238E27FC236}">
                <a16:creationId xmlns:a16="http://schemas.microsoft.com/office/drawing/2014/main" id="{D8C09A24-1FDA-7338-396D-2A30B3DB3848}"/>
              </a:ext>
            </a:extLst>
          </p:cNvPr>
          <p:cNvSpPr/>
          <p:nvPr/>
        </p:nvSpPr>
        <p:spPr>
          <a:xfrm>
            <a:off x="697002" y="3758452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pod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Teams-ui</a:t>
            </a:r>
          </a:p>
        </p:txBody>
      </p:sp>
      <p:sp>
        <p:nvSpPr>
          <p:cNvPr id="88" name="Rechthoek 87">
            <a:extLst>
              <a:ext uri="{FF2B5EF4-FFF2-40B4-BE49-F238E27FC236}">
                <a16:creationId xmlns:a16="http://schemas.microsoft.com/office/drawing/2014/main" id="{C0B901F1-A017-3E6B-1F16-D319D0311A5B}"/>
              </a:ext>
            </a:extLst>
          </p:cNvPr>
          <p:cNvSpPr/>
          <p:nvPr/>
        </p:nvSpPr>
        <p:spPr>
          <a:xfrm>
            <a:off x="697002" y="3135404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&lt;service&gt;</a:t>
            </a:r>
          </a:p>
        </p:txBody>
      </p:sp>
      <p:sp>
        <p:nvSpPr>
          <p:cNvPr id="89" name="Rechthoek 88">
            <a:extLst>
              <a:ext uri="{FF2B5EF4-FFF2-40B4-BE49-F238E27FC236}">
                <a16:creationId xmlns:a16="http://schemas.microsoft.com/office/drawing/2014/main" id="{ECFDF3E8-5CEC-AB4D-0674-D11E6D15CA7A}"/>
              </a:ext>
            </a:extLst>
          </p:cNvPr>
          <p:cNvSpPr/>
          <p:nvPr/>
        </p:nvSpPr>
        <p:spPr>
          <a:xfrm>
            <a:off x="697002" y="2512356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ingress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06C257-B448-837A-EFD1-6D2A4C0D03E6}"/>
              </a:ext>
            </a:extLst>
          </p:cNvPr>
          <p:cNvGrpSpPr/>
          <p:nvPr/>
        </p:nvGrpSpPr>
        <p:grpSpPr>
          <a:xfrm>
            <a:off x="2505628" y="5887748"/>
            <a:ext cx="2047057" cy="246221"/>
            <a:chOff x="2505628" y="5887748"/>
            <a:chExt cx="2047057" cy="246221"/>
          </a:xfrm>
        </p:grpSpPr>
        <p:cxnSp>
          <p:nvCxnSpPr>
            <p:cNvPr id="3" name="Rechte verbindingslijn met pijl 16">
              <a:extLst>
                <a:ext uri="{FF2B5EF4-FFF2-40B4-BE49-F238E27FC236}">
                  <a16:creationId xmlns:a16="http://schemas.microsoft.com/office/drawing/2014/main" id="{721F8D6A-4F16-B37F-60DC-5BD0D701177C}"/>
                </a:ext>
              </a:extLst>
            </p:cNvPr>
            <p:cNvCxnSpPr>
              <a:cxnSpLocks/>
            </p:cNvCxnSpPr>
            <p:nvPr/>
          </p:nvCxnSpPr>
          <p:spPr>
            <a:xfrm>
              <a:off x="2505628" y="5997392"/>
              <a:ext cx="1114351" cy="0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12DA6C-B3D9-5A87-F2EC-C38C87FD691F}"/>
                </a:ext>
              </a:extLst>
            </p:cNvPr>
            <p:cNvSpPr txBox="1"/>
            <p:nvPr/>
          </p:nvSpPr>
          <p:spPr>
            <a:xfrm>
              <a:off x="3588960" y="5887748"/>
              <a:ext cx="9637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watches/uses</a:t>
              </a:r>
              <a:endParaRPr lang="en-BE" sz="1000" dirty="0"/>
            </a:p>
          </p:txBody>
        </p:sp>
      </p:grpSp>
      <p:cxnSp>
        <p:nvCxnSpPr>
          <p:cNvPr id="15" name="Rechte verbindingslijn met pijl 16">
            <a:extLst>
              <a:ext uri="{FF2B5EF4-FFF2-40B4-BE49-F238E27FC236}">
                <a16:creationId xmlns:a16="http://schemas.microsoft.com/office/drawing/2014/main" id="{EAF71039-0CF7-4A44-1664-A8EB4421B360}"/>
              </a:ext>
            </a:extLst>
          </p:cNvPr>
          <p:cNvCxnSpPr>
            <a:cxnSpLocks/>
          </p:cNvCxnSpPr>
          <p:nvPr/>
        </p:nvCxnSpPr>
        <p:spPr>
          <a:xfrm>
            <a:off x="2505628" y="6173698"/>
            <a:ext cx="1114351" cy="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8B729C4-1A89-AC8A-CE3C-FEF9E4518CB3}"/>
              </a:ext>
            </a:extLst>
          </p:cNvPr>
          <p:cNvSpPr txBox="1"/>
          <p:nvPr/>
        </p:nvSpPr>
        <p:spPr>
          <a:xfrm>
            <a:off x="3588960" y="6064054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Instantiates</a:t>
            </a:r>
            <a:endParaRPr lang="en-BE" sz="1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5C1EE8-793E-7604-0045-34C7DC28F8F5}"/>
              </a:ext>
            </a:extLst>
          </p:cNvPr>
          <p:cNvGrpSpPr/>
          <p:nvPr/>
        </p:nvGrpSpPr>
        <p:grpSpPr>
          <a:xfrm>
            <a:off x="2505628" y="6240360"/>
            <a:ext cx="1704015" cy="246221"/>
            <a:chOff x="2510108" y="6248582"/>
            <a:chExt cx="1704015" cy="246221"/>
          </a:xfrm>
        </p:grpSpPr>
        <p:cxnSp>
          <p:nvCxnSpPr>
            <p:cNvPr id="21" name="Rechte verbindingslijn met pijl 16">
              <a:extLst>
                <a:ext uri="{FF2B5EF4-FFF2-40B4-BE49-F238E27FC236}">
                  <a16:creationId xmlns:a16="http://schemas.microsoft.com/office/drawing/2014/main" id="{24D42B52-A236-2014-9393-8611E0F502A0}"/>
                </a:ext>
              </a:extLst>
            </p:cNvPr>
            <p:cNvCxnSpPr>
              <a:cxnSpLocks/>
            </p:cNvCxnSpPr>
            <p:nvPr/>
          </p:nvCxnSpPr>
          <p:spPr>
            <a:xfrm>
              <a:off x="2510108" y="6358226"/>
              <a:ext cx="1114351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4E9A233-57F7-A5C4-0F73-44AEE35CB7AA}"/>
                </a:ext>
              </a:extLst>
            </p:cNvPr>
            <p:cNvSpPr txBox="1"/>
            <p:nvPr/>
          </p:nvSpPr>
          <p:spPr>
            <a:xfrm>
              <a:off x="3593440" y="6248582"/>
              <a:ext cx="6206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deploys</a:t>
              </a:r>
              <a:endParaRPr lang="en-BE" sz="10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748E6E-4853-5CC4-11A9-9917017AF940}"/>
              </a:ext>
            </a:extLst>
          </p:cNvPr>
          <p:cNvGrpSpPr/>
          <p:nvPr/>
        </p:nvGrpSpPr>
        <p:grpSpPr>
          <a:xfrm>
            <a:off x="2505628" y="6416666"/>
            <a:ext cx="2156062" cy="246221"/>
            <a:chOff x="2516831" y="6416666"/>
            <a:chExt cx="2156062" cy="246221"/>
          </a:xfrm>
        </p:grpSpPr>
        <p:cxnSp>
          <p:nvCxnSpPr>
            <p:cNvPr id="29" name="Rechte verbindingslijn met pijl 16">
              <a:extLst>
                <a:ext uri="{FF2B5EF4-FFF2-40B4-BE49-F238E27FC236}">
                  <a16:creationId xmlns:a16="http://schemas.microsoft.com/office/drawing/2014/main" id="{619C39F5-BD93-4B13-7964-75EF040C3228}"/>
                </a:ext>
              </a:extLst>
            </p:cNvPr>
            <p:cNvCxnSpPr>
              <a:cxnSpLocks/>
            </p:cNvCxnSpPr>
            <p:nvPr/>
          </p:nvCxnSpPr>
          <p:spPr>
            <a:xfrm>
              <a:off x="2516831" y="6526310"/>
              <a:ext cx="1114351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502D57-C98D-0AE1-0D79-D9F42EC3603B}"/>
                </a:ext>
              </a:extLst>
            </p:cNvPr>
            <p:cNvSpPr txBox="1"/>
            <p:nvPr/>
          </p:nvSpPr>
          <p:spPr>
            <a:xfrm>
              <a:off x="3600163" y="6416666"/>
              <a:ext cx="1072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User interaction</a:t>
              </a:r>
              <a:endParaRPr lang="en-BE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5007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9B8F-D658-C445-B1F2-26822A1E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hthoek 126">
            <a:extLst>
              <a:ext uri="{FF2B5EF4-FFF2-40B4-BE49-F238E27FC236}">
                <a16:creationId xmlns:a16="http://schemas.microsoft.com/office/drawing/2014/main" id="{0AC49B89-AA81-0F3E-BD06-679DBCC6EEB7}"/>
              </a:ext>
            </a:extLst>
          </p:cNvPr>
          <p:cNvSpPr/>
          <p:nvPr/>
        </p:nvSpPr>
        <p:spPr>
          <a:xfrm>
            <a:off x="8872817" y="3771897"/>
            <a:ext cx="251010" cy="206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8" name="Rechthoek 97">
            <a:extLst>
              <a:ext uri="{FF2B5EF4-FFF2-40B4-BE49-F238E27FC236}">
                <a16:creationId xmlns:a16="http://schemas.microsoft.com/office/drawing/2014/main" id="{097976E4-2B15-0773-EAFA-ABEB7C31FFC5}"/>
              </a:ext>
            </a:extLst>
          </p:cNvPr>
          <p:cNvSpPr/>
          <p:nvPr/>
        </p:nvSpPr>
        <p:spPr>
          <a:xfrm>
            <a:off x="7460873" y="374276"/>
            <a:ext cx="251010" cy="206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4" name="Rechthoek 103">
            <a:extLst>
              <a:ext uri="{FF2B5EF4-FFF2-40B4-BE49-F238E27FC236}">
                <a16:creationId xmlns:a16="http://schemas.microsoft.com/office/drawing/2014/main" id="{CC0E722F-BB92-7D69-B042-43FC1C4E3679}"/>
              </a:ext>
            </a:extLst>
          </p:cNvPr>
          <p:cNvSpPr/>
          <p:nvPr/>
        </p:nvSpPr>
        <p:spPr>
          <a:xfrm>
            <a:off x="10849538" y="374276"/>
            <a:ext cx="251010" cy="206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9" name="Rechthoek 78">
            <a:extLst>
              <a:ext uri="{FF2B5EF4-FFF2-40B4-BE49-F238E27FC236}">
                <a16:creationId xmlns:a16="http://schemas.microsoft.com/office/drawing/2014/main" id="{61B24C96-C3CF-22A7-B932-A42182FCDDAE}"/>
              </a:ext>
            </a:extLst>
          </p:cNvPr>
          <p:cNvSpPr/>
          <p:nvPr/>
        </p:nvSpPr>
        <p:spPr>
          <a:xfrm>
            <a:off x="1714491" y="374277"/>
            <a:ext cx="251010" cy="206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Rechthoek: afgeronde hoeken 11">
            <a:extLst>
              <a:ext uri="{FF2B5EF4-FFF2-40B4-BE49-F238E27FC236}">
                <a16:creationId xmlns:a16="http://schemas.microsoft.com/office/drawing/2014/main" id="{41C1801F-9342-D37F-7106-32F9D8CCE832}"/>
              </a:ext>
            </a:extLst>
          </p:cNvPr>
          <p:cNvSpPr/>
          <p:nvPr/>
        </p:nvSpPr>
        <p:spPr>
          <a:xfrm>
            <a:off x="5593968" y="1761566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>
                <a:solidFill>
                  <a:sysClr val="windowText" lastClr="000000"/>
                </a:solidFill>
              </a:rPr>
              <a:t>teams-operator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E0319F27-5A3E-0019-09DB-36A9FEF86180}"/>
              </a:ext>
            </a:extLst>
          </p:cNvPr>
          <p:cNvSpPr/>
          <p:nvPr/>
        </p:nvSpPr>
        <p:spPr>
          <a:xfrm>
            <a:off x="5943592" y="3765177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pod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Teams-operator</a:t>
            </a:r>
          </a:p>
        </p:txBody>
      </p: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EE4CD162-2C49-C559-B3C0-67D19EAE1238}"/>
              </a:ext>
            </a:extLst>
          </p:cNvPr>
          <p:cNvCxnSpPr>
            <a:stCxn id="13" idx="1"/>
            <a:endCxn id="9" idx="3"/>
          </p:cNvCxnSpPr>
          <p:nvPr/>
        </p:nvCxnSpPr>
        <p:spPr>
          <a:xfrm flipH="1" flipV="1">
            <a:off x="4721034" y="4047194"/>
            <a:ext cx="1222558" cy="933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hoek 19">
            <a:extLst>
              <a:ext uri="{FF2B5EF4-FFF2-40B4-BE49-F238E27FC236}">
                <a16:creationId xmlns:a16="http://schemas.microsoft.com/office/drawing/2014/main" id="{32E48D74-149D-A25B-7AD1-6CF62857C212}"/>
              </a:ext>
            </a:extLst>
          </p:cNvPr>
          <p:cNvSpPr/>
          <p:nvPr/>
        </p:nvSpPr>
        <p:spPr>
          <a:xfrm>
            <a:off x="2997490" y="788896"/>
            <a:ext cx="977153" cy="3260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chemeClr val="tx1"/>
                </a:solidFill>
              </a:rPr>
              <a:t>TCLI</a:t>
            </a:r>
          </a:p>
        </p:txBody>
      </p: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97E10A2E-AB61-EEE6-2330-8B89FBC7E14B}"/>
              </a:ext>
            </a:extLst>
          </p:cNvPr>
          <p:cNvCxnSpPr>
            <a:cxnSpLocks/>
            <a:stCxn id="20" idx="2"/>
            <a:endCxn id="11" idx="1"/>
          </p:cNvCxnSpPr>
          <p:nvPr/>
        </p:nvCxnSpPr>
        <p:spPr>
          <a:xfrm rot="16200000" flipH="1">
            <a:off x="2727415" y="1873639"/>
            <a:ext cx="1941358" cy="424055"/>
          </a:xfrm>
          <a:prstGeom prst="bentConnector2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hoek: afgeronde hoeken 23">
            <a:extLst>
              <a:ext uri="{FF2B5EF4-FFF2-40B4-BE49-F238E27FC236}">
                <a16:creationId xmlns:a16="http://schemas.microsoft.com/office/drawing/2014/main" id="{B19D2B8B-F510-149C-2E3F-0B945EDAC43B}"/>
              </a:ext>
            </a:extLst>
          </p:cNvPr>
          <p:cNvSpPr/>
          <p:nvPr/>
        </p:nvSpPr>
        <p:spPr>
          <a:xfrm>
            <a:off x="10148050" y="1761566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>
                <a:solidFill>
                  <a:sysClr val="windowText" lastClr="000000"/>
                </a:solidFill>
              </a:rPr>
              <a:t>team-xxx</a:t>
            </a: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7CFC1650-225E-8A12-66DE-722A4EE8E266}"/>
              </a:ext>
            </a:extLst>
          </p:cNvPr>
          <p:cNvSpPr/>
          <p:nvPr/>
        </p:nvSpPr>
        <p:spPr>
          <a:xfrm>
            <a:off x="5943592" y="6060141"/>
            <a:ext cx="977153" cy="5827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/>
              <a:t>&lt;ns&gt;</a:t>
            </a:r>
          </a:p>
          <a:p>
            <a:pPr algn="ctr"/>
            <a:r>
              <a:rPr lang="nl-BE" sz="1100" dirty="0"/>
              <a:t>Team-xxx</a:t>
            </a:r>
          </a:p>
        </p:txBody>
      </p: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93C63AB8-64B5-AA5A-1F16-02E6358CA939}"/>
              </a:ext>
            </a:extLst>
          </p:cNvPr>
          <p:cNvCxnSpPr>
            <a:stCxn id="13" idx="2"/>
            <a:endCxn id="26" idx="0"/>
          </p:cNvCxnSpPr>
          <p:nvPr/>
        </p:nvCxnSpPr>
        <p:spPr>
          <a:xfrm>
            <a:off x="6432169" y="4347883"/>
            <a:ext cx="0" cy="1712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erbindingslijn: gebogen 29">
            <a:extLst>
              <a:ext uri="{FF2B5EF4-FFF2-40B4-BE49-F238E27FC236}">
                <a16:creationId xmlns:a16="http://schemas.microsoft.com/office/drawing/2014/main" id="{A5D5A430-DF1F-737E-2AD4-4C55EDFEBA5C}"/>
              </a:ext>
            </a:extLst>
          </p:cNvPr>
          <p:cNvCxnSpPr>
            <a:stCxn id="26" idx="3"/>
            <a:endCxn id="24" idx="2"/>
          </p:cNvCxnSpPr>
          <p:nvPr/>
        </p:nvCxnSpPr>
        <p:spPr>
          <a:xfrm flipV="1">
            <a:off x="6920745" y="4531660"/>
            <a:ext cx="4052058" cy="18198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hthoek 30">
            <a:extLst>
              <a:ext uri="{FF2B5EF4-FFF2-40B4-BE49-F238E27FC236}">
                <a16:creationId xmlns:a16="http://schemas.microsoft.com/office/drawing/2014/main" id="{9EE65860-1F16-D6D4-DF5A-14222D13FE12}"/>
              </a:ext>
            </a:extLst>
          </p:cNvPr>
          <p:cNvSpPr/>
          <p:nvPr/>
        </p:nvSpPr>
        <p:spPr>
          <a:xfrm>
            <a:off x="7951696" y="5414686"/>
            <a:ext cx="1416427" cy="5827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/>
              <a:t>&lt;</a:t>
            </a:r>
            <a:r>
              <a:rPr lang="nl-BE" sz="1100" dirty="0" err="1"/>
              <a:t>argo</a:t>
            </a:r>
            <a:r>
              <a:rPr lang="nl-BE" sz="1100" dirty="0"/>
              <a:t> app&gt;</a:t>
            </a:r>
          </a:p>
          <a:p>
            <a:pPr algn="ctr"/>
            <a:r>
              <a:rPr lang="nl-BE" sz="1100" dirty="0"/>
              <a:t>Team-xxx-default</a:t>
            </a: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36EAB0EB-B28D-EB74-0912-19822DF1B0C5}"/>
              </a:ext>
            </a:extLst>
          </p:cNvPr>
          <p:cNvSpPr/>
          <p:nvPr/>
        </p:nvSpPr>
        <p:spPr>
          <a:xfrm>
            <a:off x="7951696" y="4625794"/>
            <a:ext cx="1416427" cy="5827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/>
              <a:t>&lt;</a:t>
            </a:r>
            <a:r>
              <a:rPr lang="nl-BE" sz="1100" dirty="0" err="1"/>
              <a:t>argo</a:t>
            </a:r>
            <a:r>
              <a:rPr lang="nl-BE" sz="1100" dirty="0"/>
              <a:t> project&gt;</a:t>
            </a:r>
          </a:p>
          <a:p>
            <a:pPr algn="ctr"/>
            <a:r>
              <a:rPr lang="nl-BE" sz="1100" dirty="0"/>
              <a:t>Team-xxx</a:t>
            </a:r>
          </a:p>
        </p:txBody>
      </p:sp>
      <p:sp>
        <p:nvSpPr>
          <p:cNvPr id="33" name="Rechthoek: afgeronde hoeken 32">
            <a:extLst>
              <a:ext uri="{FF2B5EF4-FFF2-40B4-BE49-F238E27FC236}">
                <a16:creationId xmlns:a16="http://schemas.microsoft.com/office/drawing/2014/main" id="{D6AB7198-D0BA-B01D-5037-C3453846DA50}"/>
              </a:ext>
            </a:extLst>
          </p:cNvPr>
          <p:cNvSpPr/>
          <p:nvPr/>
        </p:nvSpPr>
        <p:spPr>
          <a:xfrm>
            <a:off x="7794809" y="1757082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 err="1">
                <a:solidFill>
                  <a:sysClr val="windowText" lastClr="000000"/>
                </a:solidFill>
              </a:rPr>
              <a:t>argocd</a:t>
            </a:r>
            <a:endParaRPr lang="nl-BE" dirty="0">
              <a:solidFill>
                <a:sysClr val="windowText" lastClr="000000"/>
              </a:solidFill>
            </a:endParaRPr>
          </a:p>
        </p:txBody>
      </p:sp>
      <p:sp>
        <p:nvSpPr>
          <p:cNvPr id="37" name="Rechthoek 36">
            <a:extLst>
              <a:ext uri="{FF2B5EF4-FFF2-40B4-BE49-F238E27FC236}">
                <a16:creationId xmlns:a16="http://schemas.microsoft.com/office/drawing/2014/main" id="{DACADC69-ADBB-2FF3-AAED-9A516FBA269D}"/>
              </a:ext>
            </a:extLst>
          </p:cNvPr>
          <p:cNvSpPr/>
          <p:nvPr/>
        </p:nvSpPr>
        <p:spPr>
          <a:xfrm>
            <a:off x="8139950" y="3758452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pod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 err="1">
                <a:solidFill>
                  <a:sysClr val="windowText" lastClr="000000"/>
                </a:solidFill>
              </a:rPr>
              <a:t>Argocd</a:t>
            </a:r>
            <a:r>
              <a:rPr lang="nl-BE" sz="1100" dirty="0">
                <a:solidFill>
                  <a:sysClr val="windowText" lastClr="000000"/>
                </a:solidFill>
              </a:rPr>
              <a:t>-server</a:t>
            </a:r>
          </a:p>
        </p:txBody>
      </p:sp>
      <p:sp>
        <p:nvSpPr>
          <p:cNvPr id="38" name="Rechthoek 37">
            <a:extLst>
              <a:ext uri="{FF2B5EF4-FFF2-40B4-BE49-F238E27FC236}">
                <a16:creationId xmlns:a16="http://schemas.microsoft.com/office/drawing/2014/main" id="{DBC71690-9DB6-7D37-682D-EA024DBEA681}"/>
              </a:ext>
            </a:extLst>
          </p:cNvPr>
          <p:cNvSpPr/>
          <p:nvPr/>
        </p:nvSpPr>
        <p:spPr>
          <a:xfrm>
            <a:off x="8126502" y="3135404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&lt;service&gt;</a:t>
            </a:r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4A130FCE-34A9-81AC-9933-13599AAC5595}"/>
              </a:ext>
            </a:extLst>
          </p:cNvPr>
          <p:cNvSpPr/>
          <p:nvPr/>
        </p:nvSpPr>
        <p:spPr>
          <a:xfrm>
            <a:off x="8126502" y="2512356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ingress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</p:txBody>
      </p:sp>
      <p:cxnSp>
        <p:nvCxnSpPr>
          <p:cNvPr id="43" name="Verbindingslijn: gebogen 42">
            <a:extLst>
              <a:ext uri="{FF2B5EF4-FFF2-40B4-BE49-F238E27FC236}">
                <a16:creationId xmlns:a16="http://schemas.microsoft.com/office/drawing/2014/main" id="{A060556B-5FFE-23EC-D1BB-59098D6E793B}"/>
              </a:ext>
            </a:extLst>
          </p:cNvPr>
          <p:cNvCxnSpPr>
            <a:stCxn id="13" idx="2"/>
            <a:endCxn id="32" idx="1"/>
          </p:cNvCxnSpPr>
          <p:nvPr/>
        </p:nvCxnSpPr>
        <p:spPr>
          <a:xfrm rot="16200000" flipH="1">
            <a:off x="6907300" y="3872751"/>
            <a:ext cx="569264" cy="151952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Verbindingslijn: gebogen 44">
            <a:extLst>
              <a:ext uri="{FF2B5EF4-FFF2-40B4-BE49-F238E27FC236}">
                <a16:creationId xmlns:a16="http://schemas.microsoft.com/office/drawing/2014/main" id="{AB9D9328-2AA5-4E48-91E3-756CEACF9000}"/>
              </a:ext>
            </a:extLst>
          </p:cNvPr>
          <p:cNvCxnSpPr>
            <a:stCxn id="13" idx="2"/>
            <a:endCxn id="31" idx="1"/>
          </p:cNvCxnSpPr>
          <p:nvPr/>
        </p:nvCxnSpPr>
        <p:spPr>
          <a:xfrm rot="16200000" flipH="1">
            <a:off x="6512854" y="4267197"/>
            <a:ext cx="1358156" cy="151952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hthoek 46">
            <a:extLst>
              <a:ext uri="{FF2B5EF4-FFF2-40B4-BE49-F238E27FC236}">
                <a16:creationId xmlns:a16="http://schemas.microsoft.com/office/drawing/2014/main" id="{77423B5A-9492-2D3F-3ED7-DD8646A6A925}"/>
              </a:ext>
            </a:extLst>
          </p:cNvPr>
          <p:cNvSpPr/>
          <p:nvPr/>
        </p:nvSpPr>
        <p:spPr>
          <a:xfrm>
            <a:off x="10484225" y="823635"/>
            <a:ext cx="977153" cy="5827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&lt;git </a:t>
            </a:r>
            <a:r>
              <a:rPr lang="nl-BE" sz="1100" dirty="0" err="1">
                <a:solidFill>
                  <a:sysClr val="windowText" lastClr="000000"/>
                </a:solidFill>
              </a:rPr>
              <a:t>repo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Team-xxx</a:t>
            </a:r>
          </a:p>
        </p:txBody>
      </p:sp>
      <p:sp>
        <p:nvSpPr>
          <p:cNvPr id="53" name="Rechthoek 52">
            <a:extLst>
              <a:ext uri="{FF2B5EF4-FFF2-40B4-BE49-F238E27FC236}">
                <a16:creationId xmlns:a16="http://schemas.microsoft.com/office/drawing/2014/main" id="{8F26BFA6-4D2E-5037-6D38-14C316BA2AB1}"/>
              </a:ext>
            </a:extLst>
          </p:cNvPr>
          <p:cNvSpPr/>
          <p:nvPr/>
        </p:nvSpPr>
        <p:spPr>
          <a:xfrm>
            <a:off x="883021" y="168087"/>
            <a:ext cx="10699379" cy="4123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chemeClr val="tx1"/>
                </a:solidFill>
              </a:rPr>
              <a:t>Browser</a:t>
            </a:r>
          </a:p>
        </p:txBody>
      </p:sp>
      <p:cxnSp>
        <p:nvCxnSpPr>
          <p:cNvPr id="55" name="Verbindingslijn: gebogen 54">
            <a:extLst>
              <a:ext uri="{FF2B5EF4-FFF2-40B4-BE49-F238E27FC236}">
                <a16:creationId xmlns:a16="http://schemas.microsoft.com/office/drawing/2014/main" id="{A4C65AB6-2F52-3F79-915C-D673174E4D62}"/>
              </a:ext>
            </a:extLst>
          </p:cNvPr>
          <p:cNvCxnSpPr>
            <a:cxnSpLocks/>
            <a:stCxn id="79" idx="2"/>
            <a:endCxn id="7" idx="1"/>
          </p:cNvCxnSpPr>
          <p:nvPr/>
        </p:nvCxnSpPr>
        <p:spPr>
          <a:xfrm rot="16200000" flipH="1">
            <a:off x="805827" y="1614638"/>
            <a:ext cx="2479443" cy="411104"/>
          </a:xfrm>
          <a:prstGeom prst="bentConnector2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Verbindingslijn: gebogen 58">
            <a:extLst>
              <a:ext uri="{FF2B5EF4-FFF2-40B4-BE49-F238E27FC236}">
                <a16:creationId xmlns:a16="http://schemas.microsoft.com/office/drawing/2014/main" id="{EF73A4B6-27C8-14F5-343E-7A4913FAB83C}"/>
              </a:ext>
            </a:extLst>
          </p:cNvPr>
          <p:cNvCxnSpPr>
            <a:cxnSpLocks/>
            <a:stCxn id="53" idx="1"/>
            <a:endCxn id="89" idx="1"/>
          </p:cNvCxnSpPr>
          <p:nvPr/>
        </p:nvCxnSpPr>
        <p:spPr>
          <a:xfrm rot="10800000" flipV="1">
            <a:off x="634853" y="374277"/>
            <a:ext cx="248168" cy="2676721"/>
          </a:xfrm>
          <a:prstGeom prst="bentConnector3">
            <a:avLst>
              <a:gd name="adj1" fmla="val 289649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9919E82F-E15E-0CA8-4A8B-505DFE769228}"/>
              </a:ext>
            </a:extLst>
          </p:cNvPr>
          <p:cNvGrpSpPr/>
          <p:nvPr/>
        </p:nvGrpSpPr>
        <p:grpSpPr>
          <a:xfrm>
            <a:off x="331693" y="2218761"/>
            <a:ext cx="4657165" cy="2209803"/>
            <a:chOff x="331693" y="1757082"/>
            <a:chExt cx="5611906" cy="2779062"/>
          </a:xfrm>
        </p:grpSpPr>
        <p:sp>
          <p:nvSpPr>
            <p:cNvPr id="4" name="Rechthoek: afgeronde hoeken 3">
              <a:extLst>
                <a:ext uri="{FF2B5EF4-FFF2-40B4-BE49-F238E27FC236}">
                  <a16:creationId xmlns:a16="http://schemas.microsoft.com/office/drawing/2014/main" id="{78FEE19D-6025-C8EB-7C8F-49D1EE9CD44F}"/>
                </a:ext>
              </a:extLst>
            </p:cNvPr>
            <p:cNvSpPr/>
            <p:nvPr/>
          </p:nvSpPr>
          <p:spPr>
            <a:xfrm>
              <a:off x="2294963" y="1766050"/>
              <a:ext cx="1649506" cy="2770094"/>
            </a:xfrm>
            <a:custGeom>
              <a:avLst/>
              <a:gdLst>
                <a:gd name="csX0" fmla="*/ 0 w 1368879"/>
                <a:gd name="csY0" fmla="*/ 228151 h 2202672"/>
                <a:gd name="csX1" fmla="*/ 228151 w 1368879"/>
                <a:gd name="csY1" fmla="*/ 0 h 2202672"/>
                <a:gd name="csX2" fmla="*/ 684440 w 1368879"/>
                <a:gd name="csY2" fmla="*/ 0 h 2202672"/>
                <a:gd name="csX3" fmla="*/ 1140728 w 1368879"/>
                <a:gd name="csY3" fmla="*/ 0 h 2202672"/>
                <a:gd name="csX4" fmla="*/ 1368879 w 1368879"/>
                <a:gd name="csY4" fmla="*/ 228151 h 2202672"/>
                <a:gd name="csX5" fmla="*/ 1368879 w 1368879"/>
                <a:gd name="csY5" fmla="*/ 757883 h 2202672"/>
                <a:gd name="csX6" fmla="*/ 1368879 w 1368879"/>
                <a:gd name="csY6" fmla="*/ 1322543 h 2202672"/>
                <a:gd name="csX7" fmla="*/ 1368879 w 1368879"/>
                <a:gd name="csY7" fmla="*/ 1974521 h 2202672"/>
                <a:gd name="csX8" fmla="*/ 1140728 w 1368879"/>
                <a:gd name="csY8" fmla="*/ 2202672 h 2202672"/>
                <a:gd name="csX9" fmla="*/ 711817 w 1368879"/>
                <a:gd name="csY9" fmla="*/ 2202672 h 2202672"/>
                <a:gd name="csX10" fmla="*/ 228151 w 1368879"/>
                <a:gd name="csY10" fmla="*/ 2202672 h 2202672"/>
                <a:gd name="csX11" fmla="*/ 0 w 1368879"/>
                <a:gd name="csY11" fmla="*/ 1974521 h 2202672"/>
                <a:gd name="csX12" fmla="*/ 0 w 1368879"/>
                <a:gd name="csY12" fmla="*/ 1444789 h 2202672"/>
                <a:gd name="csX13" fmla="*/ 0 w 1368879"/>
                <a:gd name="csY13" fmla="*/ 827738 h 2202672"/>
                <a:gd name="csX14" fmla="*/ 0 w 1368879"/>
                <a:gd name="csY14" fmla="*/ 228151 h 22026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68879" h="2202672" extrusionOk="0">
                  <a:moveTo>
                    <a:pt x="0" y="228151"/>
                  </a:moveTo>
                  <a:cubicBezTo>
                    <a:pt x="-4071" y="104832"/>
                    <a:pt x="99172" y="19042"/>
                    <a:pt x="228151" y="0"/>
                  </a:cubicBezTo>
                  <a:cubicBezTo>
                    <a:pt x="377282" y="-604"/>
                    <a:pt x="588096" y="21314"/>
                    <a:pt x="684440" y="0"/>
                  </a:cubicBezTo>
                  <a:cubicBezTo>
                    <a:pt x="780784" y="-21314"/>
                    <a:pt x="916238" y="30040"/>
                    <a:pt x="1140728" y="0"/>
                  </a:cubicBezTo>
                  <a:cubicBezTo>
                    <a:pt x="1263932" y="-4978"/>
                    <a:pt x="1368704" y="111671"/>
                    <a:pt x="1368879" y="228151"/>
                  </a:cubicBezTo>
                  <a:cubicBezTo>
                    <a:pt x="1408659" y="373132"/>
                    <a:pt x="1323185" y="634308"/>
                    <a:pt x="1368879" y="757883"/>
                  </a:cubicBezTo>
                  <a:cubicBezTo>
                    <a:pt x="1414573" y="881458"/>
                    <a:pt x="1325326" y="1145072"/>
                    <a:pt x="1368879" y="1322543"/>
                  </a:cubicBezTo>
                  <a:cubicBezTo>
                    <a:pt x="1412432" y="1500014"/>
                    <a:pt x="1320216" y="1708882"/>
                    <a:pt x="1368879" y="1974521"/>
                  </a:cubicBezTo>
                  <a:cubicBezTo>
                    <a:pt x="1383291" y="2085342"/>
                    <a:pt x="1298622" y="2207151"/>
                    <a:pt x="1140728" y="2202672"/>
                  </a:cubicBezTo>
                  <a:cubicBezTo>
                    <a:pt x="945537" y="2216762"/>
                    <a:pt x="895421" y="2168186"/>
                    <a:pt x="711817" y="2202672"/>
                  </a:cubicBezTo>
                  <a:cubicBezTo>
                    <a:pt x="528213" y="2237158"/>
                    <a:pt x="388109" y="2191827"/>
                    <a:pt x="228151" y="2202672"/>
                  </a:cubicBezTo>
                  <a:cubicBezTo>
                    <a:pt x="100939" y="2194591"/>
                    <a:pt x="12729" y="2065549"/>
                    <a:pt x="0" y="1974521"/>
                  </a:cubicBezTo>
                  <a:cubicBezTo>
                    <a:pt x="-54804" y="1867629"/>
                    <a:pt x="36047" y="1694585"/>
                    <a:pt x="0" y="1444789"/>
                  </a:cubicBezTo>
                  <a:cubicBezTo>
                    <a:pt x="-36047" y="1194993"/>
                    <a:pt x="69285" y="1127108"/>
                    <a:pt x="0" y="827738"/>
                  </a:cubicBezTo>
                  <a:cubicBezTo>
                    <a:pt x="-69285" y="528368"/>
                    <a:pt x="56686" y="379553"/>
                    <a:pt x="0" y="228151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2981993050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nl-BE" dirty="0">
                  <a:solidFill>
                    <a:sysClr val="windowText" lastClr="000000"/>
                  </a:solidFill>
                </a:rPr>
                <a:t>teams-ui</a:t>
              </a:r>
            </a:p>
          </p:txBody>
        </p:sp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C206D7CA-5DE9-FF9E-5B40-DEBB3CE284C1}"/>
                </a:ext>
              </a:extLst>
            </p:cNvPr>
            <p:cNvSpPr/>
            <p:nvPr/>
          </p:nvSpPr>
          <p:spPr>
            <a:xfrm>
              <a:off x="2644587" y="3769661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pod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Teams-ui</a:t>
              </a:r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6CE88D60-DDA5-C5EA-F57D-546EE30F4185}"/>
                </a:ext>
              </a:extLst>
            </p:cNvPr>
            <p:cNvSpPr/>
            <p:nvPr/>
          </p:nvSpPr>
          <p:spPr>
            <a:xfrm>
              <a:off x="2644587" y="3146613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&lt;service&gt;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596BCC1A-A019-8AE1-D7D9-77A429864A0B}"/>
                </a:ext>
              </a:extLst>
            </p:cNvPr>
            <p:cNvSpPr/>
            <p:nvPr/>
          </p:nvSpPr>
          <p:spPr>
            <a:xfrm>
              <a:off x="2644587" y="2523565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ingress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</p:txBody>
        </p:sp>
        <p:sp>
          <p:nvSpPr>
            <p:cNvPr id="8" name="Rechthoek: afgeronde hoeken 7">
              <a:extLst>
                <a:ext uri="{FF2B5EF4-FFF2-40B4-BE49-F238E27FC236}">
                  <a16:creationId xmlns:a16="http://schemas.microsoft.com/office/drawing/2014/main" id="{87F2E416-49B4-79F2-6642-A56F52F26FAA}"/>
                </a:ext>
              </a:extLst>
            </p:cNvPr>
            <p:cNvSpPr/>
            <p:nvPr/>
          </p:nvSpPr>
          <p:spPr>
            <a:xfrm>
              <a:off x="4294093" y="1761566"/>
              <a:ext cx="1649506" cy="2770094"/>
            </a:xfrm>
            <a:custGeom>
              <a:avLst/>
              <a:gdLst>
                <a:gd name="csX0" fmla="*/ 0 w 1368879"/>
                <a:gd name="csY0" fmla="*/ 228151 h 2202672"/>
                <a:gd name="csX1" fmla="*/ 228151 w 1368879"/>
                <a:gd name="csY1" fmla="*/ 0 h 2202672"/>
                <a:gd name="csX2" fmla="*/ 684440 w 1368879"/>
                <a:gd name="csY2" fmla="*/ 0 h 2202672"/>
                <a:gd name="csX3" fmla="*/ 1140728 w 1368879"/>
                <a:gd name="csY3" fmla="*/ 0 h 2202672"/>
                <a:gd name="csX4" fmla="*/ 1368879 w 1368879"/>
                <a:gd name="csY4" fmla="*/ 228151 h 2202672"/>
                <a:gd name="csX5" fmla="*/ 1368879 w 1368879"/>
                <a:gd name="csY5" fmla="*/ 757883 h 2202672"/>
                <a:gd name="csX6" fmla="*/ 1368879 w 1368879"/>
                <a:gd name="csY6" fmla="*/ 1322543 h 2202672"/>
                <a:gd name="csX7" fmla="*/ 1368879 w 1368879"/>
                <a:gd name="csY7" fmla="*/ 1974521 h 2202672"/>
                <a:gd name="csX8" fmla="*/ 1140728 w 1368879"/>
                <a:gd name="csY8" fmla="*/ 2202672 h 2202672"/>
                <a:gd name="csX9" fmla="*/ 711817 w 1368879"/>
                <a:gd name="csY9" fmla="*/ 2202672 h 2202672"/>
                <a:gd name="csX10" fmla="*/ 228151 w 1368879"/>
                <a:gd name="csY10" fmla="*/ 2202672 h 2202672"/>
                <a:gd name="csX11" fmla="*/ 0 w 1368879"/>
                <a:gd name="csY11" fmla="*/ 1974521 h 2202672"/>
                <a:gd name="csX12" fmla="*/ 0 w 1368879"/>
                <a:gd name="csY12" fmla="*/ 1444789 h 2202672"/>
                <a:gd name="csX13" fmla="*/ 0 w 1368879"/>
                <a:gd name="csY13" fmla="*/ 827738 h 2202672"/>
                <a:gd name="csX14" fmla="*/ 0 w 1368879"/>
                <a:gd name="csY14" fmla="*/ 228151 h 22026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68879" h="2202672" extrusionOk="0">
                  <a:moveTo>
                    <a:pt x="0" y="228151"/>
                  </a:moveTo>
                  <a:cubicBezTo>
                    <a:pt x="-4071" y="104832"/>
                    <a:pt x="99172" y="19042"/>
                    <a:pt x="228151" y="0"/>
                  </a:cubicBezTo>
                  <a:cubicBezTo>
                    <a:pt x="377282" y="-604"/>
                    <a:pt x="588096" y="21314"/>
                    <a:pt x="684440" y="0"/>
                  </a:cubicBezTo>
                  <a:cubicBezTo>
                    <a:pt x="780784" y="-21314"/>
                    <a:pt x="916238" y="30040"/>
                    <a:pt x="1140728" y="0"/>
                  </a:cubicBezTo>
                  <a:cubicBezTo>
                    <a:pt x="1263932" y="-4978"/>
                    <a:pt x="1368704" y="111671"/>
                    <a:pt x="1368879" y="228151"/>
                  </a:cubicBezTo>
                  <a:cubicBezTo>
                    <a:pt x="1408659" y="373132"/>
                    <a:pt x="1323185" y="634308"/>
                    <a:pt x="1368879" y="757883"/>
                  </a:cubicBezTo>
                  <a:cubicBezTo>
                    <a:pt x="1414573" y="881458"/>
                    <a:pt x="1325326" y="1145072"/>
                    <a:pt x="1368879" y="1322543"/>
                  </a:cubicBezTo>
                  <a:cubicBezTo>
                    <a:pt x="1412432" y="1500014"/>
                    <a:pt x="1320216" y="1708882"/>
                    <a:pt x="1368879" y="1974521"/>
                  </a:cubicBezTo>
                  <a:cubicBezTo>
                    <a:pt x="1383291" y="2085342"/>
                    <a:pt x="1298622" y="2207151"/>
                    <a:pt x="1140728" y="2202672"/>
                  </a:cubicBezTo>
                  <a:cubicBezTo>
                    <a:pt x="945537" y="2216762"/>
                    <a:pt x="895421" y="2168186"/>
                    <a:pt x="711817" y="2202672"/>
                  </a:cubicBezTo>
                  <a:cubicBezTo>
                    <a:pt x="528213" y="2237158"/>
                    <a:pt x="388109" y="2191827"/>
                    <a:pt x="228151" y="2202672"/>
                  </a:cubicBezTo>
                  <a:cubicBezTo>
                    <a:pt x="100939" y="2194591"/>
                    <a:pt x="12729" y="2065549"/>
                    <a:pt x="0" y="1974521"/>
                  </a:cubicBezTo>
                  <a:cubicBezTo>
                    <a:pt x="-54804" y="1867629"/>
                    <a:pt x="36047" y="1694585"/>
                    <a:pt x="0" y="1444789"/>
                  </a:cubicBezTo>
                  <a:cubicBezTo>
                    <a:pt x="-36047" y="1194993"/>
                    <a:pt x="69285" y="1127108"/>
                    <a:pt x="0" y="827738"/>
                  </a:cubicBezTo>
                  <a:cubicBezTo>
                    <a:pt x="-69285" y="528368"/>
                    <a:pt x="56686" y="379553"/>
                    <a:pt x="0" y="228151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2981993050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nl-BE" dirty="0">
                  <a:solidFill>
                    <a:sysClr val="windowText" lastClr="000000"/>
                  </a:solidFill>
                </a:rPr>
                <a:t>teams-</a:t>
              </a:r>
              <a:r>
                <a:rPr lang="nl-BE" dirty="0" err="1">
                  <a:solidFill>
                    <a:sysClr val="windowText" lastClr="000000"/>
                  </a:solidFill>
                </a:rPr>
                <a:t>api</a:t>
              </a:r>
              <a:endParaRPr lang="nl-B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0573951C-5324-667A-958A-A2026D48283C}"/>
                </a:ext>
              </a:extLst>
            </p:cNvPr>
            <p:cNvSpPr/>
            <p:nvPr/>
          </p:nvSpPr>
          <p:spPr>
            <a:xfrm>
              <a:off x="4643717" y="3765177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pod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Teams-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api</a:t>
              </a:r>
              <a:endParaRPr lang="nl-BE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7E60A71B-E4E1-CEC9-C399-B2B9D915FA15}"/>
                </a:ext>
              </a:extLst>
            </p:cNvPr>
            <p:cNvSpPr/>
            <p:nvPr/>
          </p:nvSpPr>
          <p:spPr>
            <a:xfrm>
              <a:off x="4643717" y="3142129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&lt;service&gt;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0F288E04-5DCD-ECB0-24A5-7CF372AF9F32}"/>
                </a:ext>
              </a:extLst>
            </p:cNvPr>
            <p:cNvSpPr/>
            <p:nvPr/>
          </p:nvSpPr>
          <p:spPr>
            <a:xfrm>
              <a:off x="4643717" y="2519081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ingress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</p:txBody>
        </p:sp>
        <p:cxnSp>
          <p:nvCxnSpPr>
            <p:cNvPr id="19" name="Rechte verbindingslijn met pijl 18">
              <a:extLst>
                <a:ext uri="{FF2B5EF4-FFF2-40B4-BE49-F238E27FC236}">
                  <a16:creationId xmlns:a16="http://schemas.microsoft.com/office/drawing/2014/main" id="{5DE06CBD-85B4-3922-0B13-01D3A9958970}"/>
                </a:ext>
              </a:extLst>
            </p:cNvPr>
            <p:cNvCxnSpPr>
              <a:stCxn id="5" idx="3"/>
              <a:endCxn id="9" idx="1"/>
            </p:cNvCxnSpPr>
            <p:nvPr/>
          </p:nvCxnSpPr>
          <p:spPr>
            <a:xfrm flipV="1">
              <a:off x="3621740" y="4056530"/>
              <a:ext cx="1021977" cy="4484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hthoek: afgeronde hoeken 47">
              <a:extLst>
                <a:ext uri="{FF2B5EF4-FFF2-40B4-BE49-F238E27FC236}">
                  <a16:creationId xmlns:a16="http://schemas.microsoft.com/office/drawing/2014/main" id="{D9A2CEA3-CBF7-5152-7376-06754BAC1979}"/>
                </a:ext>
              </a:extLst>
            </p:cNvPr>
            <p:cNvSpPr/>
            <p:nvPr/>
          </p:nvSpPr>
          <p:spPr>
            <a:xfrm>
              <a:off x="331693" y="1757082"/>
              <a:ext cx="1649506" cy="2770094"/>
            </a:xfrm>
            <a:custGeom>
              <a:avLst/>
              <a:gdLst>
                <a:gd name="csX0" fmla="*/ 0 w 1368879"/>
                <a:gd name="csY0" fmla="*/ 228151 h 2202672"/>
                <a:gd name="csX1" fmla="*/ 228151 w 1368879"/>
                <a:gd name="csY1" fmla="*/ 0 h 2202672"/>
                <a:gd name="csX2" fmla="*/ 684440 w 1368879"/>
                <a:gd name="csY2" fmla="*/ 0 h 2202672"/>
                <a:gd name="csX3" fmla="*/ 1140728 w 1368879"/>
                <a:gd name="csY3" fmla="*/ 0 h 2202672"/>
                <a:gd name="csX4" fmla="*/ 1368879 w 1368879"/>
                <a:gd name="csY4" fmla="*/ 228151 h 2202672"/>
                <a:gd name="csX5" fmla="*/ 1368879 w 1368879"/>
                <a:gd name="csY5" fmla="*/ 757883 h 2202672"/>
                <a:gd name="csX6" fmla="*/ 1368879 w 1368879"/>
                <a:gd name="csY6" fmla="*/ 1322543 h 2202672"/>
                <a:gd name="csX7" fmla="*/ 1368879 w 1368879"/>
                <a:gd name="csY7" fmla="*/ 1974521 h 2202672"/>
                <a:gd name="csX8" fmla="*/ 1140728 w 1368879"/>
                <a:gd name="csY8" fmla="*/ 2202672 h 2202672"/>
                <a:gd name="csX9" fmla="*/ 711817 w 1368879"/>
                <a:gd name="csY9" fmla="*/ 2202672 h 2202672"/>
                <a:gd name="csX10" fmla="*/ 228151 w 1368879"/>
                <a:gd name="csY10" fmla="*/ 2202672 h 2202672"/>
                <a:gd name="csX11" fmla="*/ 0 w 1368879"/>
                <a:gd name="csY11" fmla="*/ 1974521 h 2202672"/>
                <a:gd name="csX12" fmla="*/ 0 w 1368879"/>
                <a:gd name="csY12" fmla="*/ 1444789 h 2202672"/>
                <a:gd name="csX13" fmla="*/ 0 w 1368879"/>
                <a:gd name="csY13" fmla="*/ 827738 h 2202672"/>
                <a:gd name="csX14" fmla="*/ 0 w 1368879"/>
                <a:gd name="csY14" fmla="*/ 228151 h 22026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68879" h="2202672" extrusionOk="0">
                  <a:moveTo>
                    <a:pt x="0" y="228151"/>
                  </a:moveTo>
                  <a:cubicBezTo>
                    <a:pt x="-4071" y="104832"/>
                    <a:pt x="99172" y="19042"/>
                    <a:pt x="228151" y="0"/>
                  </a:cubicBezTo>
                  <a:cubicBezTo>
                    <a:pt x="377282" y="-604"/>
                    <a:pt x="588096" y="21314"/>
                    <a:pt x="684440" y="0"/>
                  </a:cubicBezTo>
                  <a:cubicBezTo>
                    <a:pt x="780784" y="-21314"/>
                    <a:pt x="916238" y="30040"/>
                    <a:pt x="1140728" y="0"/>
                  </a:cubicBezTo>
                  <a:cubicBezTo>
                    <a:pt x="1263932" y="-4978"/>
                    <a:pt x="1368704" y="111671"/>
                    <a:pt x="1368879" y="228151"/>
                  </a:cubicBezTo>
                  <a:cubicBezTo>
                    <a:pt x="1408659" y="373132"/>
                    <a:pt x="1323185" y="634308"/>
                    <a:pt x="1368879" y="757883"/>
                  </a:cubicBezTo>
                  <a:cubicBezTo>
                    <a:pt x="1414573" y="881458"/>
                    <a:pt x="1325326" y="1145072"/>
                    <a:pt x="1368879" y="1322543"/>
                  </a:cubicBezTo>
                  <a:cubicBezTo>
                    <a:pt x="1412432" y="1500014"/>
                    <a:pt x="1320216" y="1708882"/>
                    <a:pt x="1368879" y="1974521"/>
                  </a:cubicBezTo>
                  <a:cubicBezTo>
                    <a:pt x="1383291" y="2085342"/>
                    <a:pt x="1298622" y="2207151"/>
                    <a:pt x="1140728" y="2202672"/>
                  </a:cubicBezTo>
                  <a:cubicBezTo>
                    <a:pt x="945537" y="2216762"/>
                    <a:pt x="895421" y="2168186"/>
                    <a:pt x="711817" y="2202672"/>
                  </a:cubicBezTo>
                  <a:cubicBezTo>
                    <a:pt x="528213" y="2237158"/>
                    <a:pt x="388109" y="2191827"/>
                    <a:pt x="228151" y="2202672"/>
                  </a:cubicBezTo>
                  <a:cubicBezTo>
                    <a:pt x="100939" y="2194591"/>
                    <a:pt x="12729" y="2065549"/>
                    <a:pt x="0" y="1974521"/>
                  </a:cubicBezTo>
                  <a:cubicBezTo>
                    <a:pt x="-54804" y="1867629"/>
                    <a:pt x="36047" y="1694585"/>
                    <a:pt x="0" y="1444789"/>
                  </a:cubicBezTo>
                  <a:cubicBezTo>
                    <a:pt x="-36047" y="1194993"/>
                    <a:pt x="69285" y="1127108"/>
                    <a:pt x="0" y="827738"/>
                  </a:cubicBezTo>
                  <a:cubicBezTo>
                    <a:pt x="-69285" y="528368"/>
                    <a:pt x="56686" y="379553"/>
                    <a:pt x="0" y="228151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2981993050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nl-BE" dirty="0" err="1">
                  <a:solidFill>
                    <a:sysClr val="windowText" lastClr="000000"/>
                  </a:solidFill>
                </a:rPr>
                <a:t>keycloak</a:t>
              </a:r>
              <a:endParaRPr lang="nl-B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4BDC1E02-C3EB-138F-157F-7A31419D3E70}"/>
                </a:ext>
              </a:extLst>
            </p:cNvPr>
            <p:cNvSpPr/>
            <p:nvPr/>
          </p:nvSpPr>
          <p:spPr>
            <a:xfrm>
              <a:off x="697002" y="3758452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pod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Teams-ui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80F1617A-4811-D95B-57E2-7A5729F2FC89}"/>
                </a:ext>
              </a:extLst>
            </p:cNvPr>
            <p:cNvSpPr/>
            <p:nvPr/>
          </p:nvSpPr>
          <p:spPr>
            <a:xfrm>
              <a:off x="697002" y="3135404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&lt;service&gt;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B00E6BD3-337A-0ACB-CA63-471618695FE1}"/>
                </a:ext>
              </a:extLst>
            </p:cNvPr>
            <p:cNvSpPr/>
            <p:nvPr/>
          </p:nvSpPr>
          <p:spPr>
            <a:xfrm>
              <a:off x="697002" y="2512356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ingress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</p:txBody>
        </p:sp>
      </p:grpSp>
      <p:cxnSp>
        <p:nvCxnSpPr>
          <p:cNvPr id="99" name="Verbindingslijn: gebogen 98">
            <a:extLst>
              <a:ext uri="{FF2B5EF4-FFF2-40B4-BE49-F238E27FC236}">
                <a16:creationId xmlns:a16="http://schemas.microsoft.com/office/drawing/2014/main" id="{F48061A2-CDB2-0D6F-A879-0935F2C6C854}"/>
              </a:ext>
            </a:extLst>
          </p:cNvPr>
          <p:cNvCxnSpPr>
            <a:cxnSpLocks/>
            <a:stCxn id="98" idx="2"/>
            <a:endCxn id="39" idx="1"/>
          </p:cNvCxnSpPr>
          <p:nvPr/>
        </p:nvCxnSpPr>
        <p:spPr>
          <a:xfrm rot="16200000" flipH="1">
            <a:off x="6744820" y="1422026"/>
            <a:ext cx="2223241" cy="540124"/>
          </a:xfrm>
          <a:prstGeom prst="bentConnector2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Verbindingslijn: gebogen 104">
            <a:extLst>
              <a:ext uri="{FF2B5EF4-FFF2-40B4-BE49-F238E27FC236}">
                <a16:creationId xmlns:a16="http://schemas.microsoft.com/office/drawing/2014/main" id="{767F8959-E872-3E02-8D81-47C2DA383098}"/>
              </a:ext>
            </a:extLst>
          </p:cNvPr>
          <p:cNvCxnSpPr>
            <a:cxnSpLocks/>
            <a:stCxn id="104" idx="2"/>
            <a:endCxn id="47" idx="0"/>
          </p:cNvCxnSpPr>
          <p:nvPr/>
        </p:nvCxnSpPr>
        <p:spPr>
          <a:xfrm rot="5400000">
            <a:off x="10852340" y="700931"/>
            <a:ext cx="243167" cy="2241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Rechte verbindingslijn met pijl 121">
            <a:extLst>
              <a:ext uri="{FF2B5EF4-FFF2-40B4-BE49-F238E27FC236}">
                <a16:creationId xmlns:a16="http://schemas.microsoft.com/office/drawing/2014/main" id="{5260D0E4-5BBE-7DA9-2B6E-5545DC0286EA}"/>
              </a:ext>
            </a:extLst>
          </p:cNvPr>
          <p:cNvCxnSpPr>
            <a:cxnSpLocks/>
            <a:stCxn id="127" idx="3"/>
            <a:endCxn id="47" idx="1"/>
          </p:cNvCxnSpPr>
          <p:nvPr/>
        </p:nvCxnSpPr>
        <p:spPr>
          <a:xfrm flipV="1">
            <a:off x="9123827" y="1114988"/>
            <a:ext cx="1360398" cy="2760005"/>
          </a:xfrm>
          <a:prstGeom prst="bentConnector3">
            <a:avLst>
              <a:gd name="adj1" fmla="val 39127"/>
            </a:avLst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Rechte verbindingslijn met pijl 121">
            <a:extLst>
              <a:ext uri="{FF2B5EF4-FFF2-40B4-BE49-F238E27FC236}">
                <a16:creationId xmlns:a16="http://schemas.microsoft.com/office/drawing/2014/main" id="{7ED3C1B7-EFF5-F9D2-108D-4551B2E53451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 flipV="1">
            <a:off x="7951696" y="4049804"/>
            <a:ext cx="188254" cy="582709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027083D-6846-A86D-1653-21BAF24DF6AC}"/>
              </a:ext>
            </a:extLst>
          </p:cNvPr>
          <p:cNvGrpSpPr/>
          <p:nvPr/>
        </p:nvGrpSpPr>
        <p:grpSpPr>
          <a:xfrm>
            <a:off x="2505628" y="5887748"/>
            <a:ext cx="2047057" cy="246221"/>
            <a:chOff x="2505628" y="5887748"/>
            <a:chExt cx="2047057" cy="246221"/>
          </a:xfrm>
        </p:grpSpPr>
        <p:cxnSp>
          <p:nvCxnSpPr>
            <p:cNvPr id="15" name="Rechte verbindingslijn met pijl 16">
              <a:extLst>
                <a:ext uri="{FF2B5EF4-FFF2-40B4-BE49-F238E27FC236}">
                  <a16:creationId xmlns:a16="http://schemas.microsoft.com/office/drawing/2014/main" id="{4BF8C481-18AC-8E3A-14F6-5848CE30C3AC}"/>
                </a:ext>
              </a:extLst>
            </p:cNvPr>
            <p:cNvCxnSpPr>
              <a:cxnSpLocks/>
            </p:cNvCxnSpPr>
            <p:nvPr/>
          </p:nvCxnSpPr>
          <p:spPr>
            <a:xfrm>
              <a:off x="2505628" y="5997392"/>
              <a:ext cx="1114351" cy="0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029ACC-5321-961A-CD2B-E6BAAEA2FF26}"/>
                </a:ext>
              </a:extLst>
            </p:cNvPr>
            <p:cNvSpPr txBox="1"/>
            <p:nvPr/>
          </p:nvSpPr>
          <p:spPr>
            <a:xfrm>
              <a:off x="3588960" y="5887748"/>
              <a:ext cx="9637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watches/uses</a:t>
              </a:r>
              <a:endParaRPr lang="en-BE" sz="1000" dirty="0"/>
            </a:p>
          </p:txBody>
        </p:sp>
      </p:grpSp>
      <p:cxnSp>
        <p:nvCxnSpPr>
          <p:cNvPr id="21" name="Rechte verbindingslijn met pijl 16">
            <a:extLst>
              <a:ext uri="{FF2B5EF4-FFF2-40B4-BE49-F238E27FC236}">
                <a16:creationId xmlns:a16="http://schemas.microsoft.com/office/drawing/2014/main" id="{7A9346D8-18EB-2206-025E-81201618AAA2}"/>
              </a:ext>
            </a:extLst>
          </p:cNvPr>
          <p:cNvCxnSpPr>
            <a:cxnSpLocks/>
          </p:cNvCxnSpPr>
          <p:nvPr/>
        </p:nvCxnSpPr>
        <p:spPr>
          <a:xfrm>
            <a:off x="2505628" y="6173698"/>
            <a:ext cx="1114351" cy="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4BE1448-1131-C1DE-5F2D-6D222A39EDB9}"/>
              </a:ext>
            </a:extLst>
          </p:cNvPr>
          <p:cNvSpPr txBox="1"/>
          <p:nvPr/>
        </p:nvSpPr>
        <p:spPr>
          <a:xfrm>
            <a:off x="3588960" y="6064054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Instantiates</a:t>
            </a:r>
            <a:endParaRPr lang="en-BE" sz="1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A5F815-1B76-F4A5-0FC4-799C4E70B03C}"/>
              </a:ext>
            </a:extLst>
          </p:cNvPr>
          <p:cNvGrpSpPr/>
          <p:nvPr/>
        </p:nvGrpSpPr>
        <p:grpSpPr>
          <a:xfrm>
            <a:off x="2505628" y="6240360"/>
            <a:ext cx="1704015" cy="246221"/>
            <a:chOff x="2510108" y="6248582"/>
            <a:chExt cx="1704015" cy="246221"/>
          </a:xfrm>
        </p:grpSpPr>
        <p:cxnSp>
          <p:nvCxnSpPr>
            <p:cNvPr id="27" name="Rechte verbindingslijn met pijl 16">
              <a:extLst>
                <a:ext uri="{FF2B5EF4-FFF2-40B4-BE49-F238E27FC236}">
                  <a16:creationId xmlns:a16="http://schemas.microsoft.com/office/drawing/2014/main" id="{8E69AE44-AD46-32D0-28C2-9C746635C8A5}"/>
                </a:ext>
              </a:extLst>
            </p:cNvPr>
            <p:cNvCxnSpPr>
              <a:cxnSpLocks/>
            </p:cNvCxnSpPr>
            <p:nvPr/>
          </p:nvCxnSpPr>
          <p:spPr>
            <a:xfrm>
              <a:off x="2510108" y="6358226"/>
              <a:ext cx="1114351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42B19B7-D7C1-1DC8-8BA9-CF5D526E9020}"/>
                </a:ext>
              </a:extLst>
            </p:cNvPr>
            <p:cNvSpPr txBox="1"/>
            <p:nvPr/>
          </p:nvSpPr>
          <p:spPr>
            <a:xfrm>
              <a:off x="3593440" y="6248582"/>
              <a:ext cx="6206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deploys</a:t>
              </a:r>
              <a:endParaRPr lang="en-BE" sz="10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A9B747-C417-AA33-69C8-697E0B0570E3}"/>
              </a:ext>
            </a:extLst>
          </p:cNvPr>
          <p:cNvGrpSpPr/>
          <p:nvPr/>
        </p:nvGrpSpPr>
        <p:grpSpPr>
          <a:xfrm>
            <a:off x="2505628" y="6416666"/>
            <a:ext cx="2156062" cy="246221"/>
            <a:chOff x="2516831" y="6416666"/>
            <a:chExt cx="2156062" cy="246221"/>
          </a:xfrm>
        </p:grpSpPr>
        <p:cxnSp>
          <p:nvCxnSpPr>
            <p:cNvPr id="36" name="Rechte verbindingslijn met pijl 16">
              <a:extLst>
                <a:ext uri="{FF2B5EF4-FFF2-40B4-BE49-F238E27FC236}">
                  <a16:creationId xmlns:a16="http://schemas.microsoft.com/office/drawing/2014/main" id="{76FAA09D-ECDA-8179-DEA6-0B5F2BD1086C}"/>
                </a:ext>
              </a:extLst>
            </p:cNvPr>
            <p:cNvCxnSpPr>
              <a:cxnSpLocks/>
            </p:cNvCxnSpPr>
            <p:nvPr/>
          </p:nvCxnSpPr>
          <p:spPr>
            <a:xfrm>
              <a:off x="2516831" y="6526310"/>
              <a:ext cx="1114351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920488F-EDBA-0E5A-A6EA-C7D5CDBEE883}"/>
                </a:ext>
              </a:extLst>
            </p:cNvPr>
            <p:cNvSpPr txBox="1"/>
            <p:nvPr/>
          </p:nvSpPr>
          <p:spPr>
            <a:xfrm>
              <a:off x="3600163" y="6416666"/>
              <a:ext cx="1072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User interaction</a:t>
              </a:r>
              <a:endParaRPr lang="en-BE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73360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8B4EA-E3C6-B158-0360-B84901F9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hthoek 126">
            <a:extLst>
              <a:ext uri="{FF2B5EF4-FFF2-40B4-BE49-F238E27FC236}">
                <a16:creationId xmlns:a16="http://schemas.microsoft.com/office/drawing/2014/main" id="{C231A12F-08F2-2C55-4A6B-BA30135C2958}"/>
              </a:ext>
            </a:extLst>
          </p:cNvPr>
          <p:cNvSpPr/>
          <p:nvPr/>
        </p:nvSpPr>
        <p:spPr>
          <a:xfrm>
            <a:off x="8872817" y="3771897"/>
            <a:ext cx="251010" cy="206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8" name="Rechthoek 97">
            <a:extLst>
              <a:ext uri="{FF2B5EF4-FFF2-40B4-BE49-F238E27FC236}">
                <a16:creationId xmlns:a16="http://schemas.microsoft.com/office/drawing/2014/main" id="{AE3FE2AA-E506-8906-A89B-B964BEEE376D}"/>
              </a:ext>
            </a:extLst>
          </p:cNvPr>
          <p:cNvSpPr/>
          <p:nvPr/>
        </p:nvSpPr>
        <p:spPr>
          <a:xfrm>
            <a:off x="7460873" y="374276"/>
            <a:ext cx="251010" cy="206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4" name="Rechthoek 103">
            <a:extLst>
              <a:ext uri="{FF2B5EF4-FFF2-40B4-BE49-F238E27FC236}">
                <a16:creationId xmlns:a16="http://schemas.microsoft.com/office/drawing/2014/main" id="{3B2F5FC2-9C20-B8B9-A1DF-CA0A33A93777}"/>
              </a:ext>
            </a:extLst>
          </p:cNvPr>
          <p:cNvSpPr/>
          <p:nvPr/>
        </p:nvSpPr>
        <p:spPr>
          <a:xfrm>
            <a:off x="10849538" y="374276"/>
            <a:ext cx="251010" cy="206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9" name="Rechthoek 78">
            <a:extLst>
              <a:ext uri="{FF2B5EF4-FFF2-40B4-BE49-F238E27FC236}">
                <a16:creationId xmlns:a16="http://schemas.microsoft.com/office/drawing/2014/main" id="{6B09B7AD-4CF8-DD3D-5D46-B0E2C6D187A4}"/>
              </a:ext>
            </a:extLst>
          </p:cNvPr>
          <p:cNvSpPr/>
          <p:nvPr/>
        </p:nvSpPr>
        <p:spPr>
          <a:xfrm>
            <a:off x="1714491" y="374277"/>
            <a:ext cx="251010" cy="206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Rechthoek: afgeronde hoeken 11">
            <a:extLst>
              <a:ext uri="{FF2B5EF4-FFF2-40B4-BE49-F238E27FC236}">
                <a16:creationId xmlns:a16="http://schemas.microsoft.com/office/drawing/2014/main" id="{467983FC-EE35-B5DA-AA85-DD4B8CF0A9C3}"/>
              </a:ext>
            </a:extLst>
          </p:cNvPr>
          <p:cNvSpPr/>
          <p:nvPr/>
        </p:nvSpPr>
        <p:spPr>
          <a:xfrm>
            <a:off x="5593968" y="1761566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>
                <a:solidFill>
                  <a:sysClr val="windowText" lastClr="000000"/>
                </a:solidFill>
              </a:rPr>
              <a:t>teams-operator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0FE35A78-1C5E-4714-C659-3FA576FEE0A8}"/>
              </a:ext>
            </a:extLst>
          </p:cNvPr>
          <p:cNvSpPr/>
          <p:nvPr/>
        </p:nvSpPr>
        <p:spPr>
          <a:xfrm>
            <a:off x="5943592" y="3765177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pod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Teams-operator</a:t>
            </a:r>
          </a:p>
        </p:txBody>
      </p: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08FC2C8A-389B-C4BF-5AFC-7A9FB5649D3F}"/>
              </a:ext>
            </a:extLst>
          </p:cNvPr>
          <p:cNvCxnSpPr>
            <a:stCxn id="13" idx="1"/>
            <a:endCxn id="9" idx="3"/>
          </p:cNvCxnSpPr>
          <p:nvPr/>
        </p:nvCxnSpPr>
        <p:spPr>
          <a:xfrm flipH="1" flipV="1">
            <a:off x="4721034" y="4047194"/>
            <a:ext cx="1222558" cy="933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hoek 19">
            <a:extLst>
              <a:ext uri="{FF2B5EF4-FFF2-40B4-BE49-F238E27FC236}">
                <a16:creationId xmlns:a16="http://schemas.microsoft.com/office/drawing/2014/main" id="{940D7961-31B1-CA2F-D974-783BD17AAE9A}"/>
              </a:ext>
            </a:extLst>
          </p:cNvPr>
          <p:cNvSpPr/>
          <p:nvPr/>
        </p:nvSpPr>
        <p:spPr>
          <a:xfrm>
            <a:off x="2997490" y="788896"/>
            <a:ext cx="977153" cy="3260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chemeClr val="tx1"/>
                </a:solidFill>
              </a:rPr>
              <a:t>TCLI</a:t>
            </a:r>
          </a:p>
        </p:txBody>
      </p: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25E71617-EF74-13E2-537E-977A53093346}"/>
              </a:ext>
            </a:extLst>
          </p:cNvPr>
          <p:cNvCxnSpPr>
            <a:cxnSpLocks/>
            <a:stCxn id="20" idx="2"/>
            <a:endCxn id="11" idx="1"/>
          </p:cNvCxnSpPr>
          <p:nvPr/>
        </p:nvCxnSpPr>
        <p:spPr>
          <a:xfrm rot="16200000" flipH="1">
            <a:off x="2727415" y="1873639"/>
            <a:ext cx="1941358" cy="424055"/>
          </a:xfrm>
          <a:prstGeom prst="bentConnector2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hoek: afgeronde hoeken 23">
            <a:extLst>
              <a:ext uri="{FF2B5EF4-FFF2-40B4-BE49-F238E27FC236}">
                <a16:creationId xmlns:a16="http://schemas.microsoft.com/office/drawing/2014/main" id="{769DDA9C-05E5-9E4B-777D-31810916E5C1}"/>
              </a:ext>
            </a:extLst>
          </p:cNvPr>
          <p:cNvSpPr/>
          <p:nvPr/>
        </p:nvSpPr>
        <p:spPr>
          <a:xfrm>
            <a:off x="10148050" y="1761566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>
                <a:solidFill>
                  <a:sysClr val="windowText" lastClr="000000"/>
                </a:solidFill>
              </a:rPr>
              <a:t>team-xxx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71A435D6-A4B5-D012-C0E1-4F336A6612D8}"/>
              </a:ext>
            </a:extLst>
          </p:cNvPr>
          <p:cNvSpPr/>
          <p:nvPr/>
        </p:nvSpPr>
        <p:spPr>
          <a:xfrm>
            <a:off x="10497674" y="3765177"/>
            <a:ext cx="977153" cy="5827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pod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Backend-ui</a:t>
            </a: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4D6C4BAD-31C7-88FB-6796-575CDE81C93B}"/>
              </a:ext>
            </a:extLst>
          </p:cNvPr>
          <p:cNvSpPr/>
          <p:nvPr/>
        </p:nvSpPr>
        <p:spPr>
          <a:xfrm>
            <a:off x="5943592" y="6060141"/>
            <a:ext cx="977153" cy="5827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/>
              <a:t>&lt;ns&gt;</a:t>
            </a:r>
          </a:p>
          <a:p>
            <a:pPr algn="ctr"/>
            <a:r>
              <a:rPr lang="nl-BE" sz="1100" dirty="0"/>
              <a:t>Team-xxx</a:t>
            </a:r>
          </a:p>
        </p:txBody>
      </p: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B11A0D11-BEFB-BA5A-2936-604A1C0605C9}"/>
              </a:ext>
            </a:extLst>
          </p:cNvPr>
          <p:cNvCxnSpPr>
            <a:stCxn id="13" idx="2"/>
            <a:endCxn id="26" idx="0"/>
          </p:cNvCxnSpPr>
          <p:nvPr/>
        </p:nvCxnSpPr>
        <p:spPr>
          <a:xfrm>
            <a:off x="6432169" y="4347883"/>
            <a:ext cx="0" cy="1712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erbindingslijn: gebogen 29">
            <a:extLst>
              <a:ext uri="{FF2B5EF4-FFF2-40B4-BE49-F238E27FC236}">
                <a16:creationId xmlns:a16="http://schemas.microsoft.com/office/drawing/2014/main" id="{A53DE2EB-C4E7-349B-7839-E82088BBB5F8}"/>
              </a:ext>
            </a:extLst>
          </p:cNvPr>
          <p:cNvCxnSpPr>
            <a:stCxn id="26" idx="3"/>
            <a:endCxn id="24" idx="2"/>
          </p:cNvCxnSpPr>
          <p:nvPr/>
        </p:nvCxnSpPr>
        <p:spPr>
          <a:xfrm flipV="1">
            <a:off x="6920745" y="4531660"/>
            <a:ext cx="4052058" cy="18198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hthoek 30">
            <a:extLst>
              <a:ext uri="{FF2B5EF4-FFF2-40B4-BE49-F238E27FC236}">
                <a16:creationId xmlns:a16="http://schemas.microsoft.com/office/drawing/2014/main" id="{F84BCBD0-97F8-EF63-AD47-A77D74A8F9B5}"/>
              </a:ext>
            </a:extLst>
          </p:cNvPr>
          <p:cNvSpPr/>
          <p:nvPr/>
        </p:nvSpPr>
        <p:spPr>
          <a:xfrm>
            <a:off x="7951696" y="5414686"/>
            <a:ext cx="1416427" cy="5827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/>
              <a:t>&lt;</a:t>
            </a:r>
            <a:r>
              <a:rPr lang="nl-BE" sz="1100" dirty="0" err="1"/>
              <a:t>argo</a:t>
            </a:r>
            <a:r>
              <a:rPr lang="nl-BE" sz="1100" dirty="0"/>
              <a:t> app&gt;</a:t>
            </a:r>
          </a:p>
          <a:p>
            <a:pPr algn="ctr"/>
            <a:r>
              <a:rPr lang="nl-BE" sz="1100" dirty="0"/>
              <a:t>Team-xxx-default</a:t>
            </a: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4DEC2D2C-3C67-9F36-3DC3-6CDFDC9450C3}"/>
              </a:ext>
            </a:extLst>
          </p:cNvPr>
          <p:cNvSpPr/>
          <p:nvPr/>
        </p:nvSpPr>
        <p:spPr>
          <a:xfrm>
            <a:off x="7951696" y="4625794"/>
            <a:ext cx="1416427" cy="5827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/>
              <a:t>&lt;</a:t>
            </a:r>
            <a:r>
              <a:rPr lang="nl-BE" sz="1100" dirty="0" err="1"/>
              <a:t>argo</a:t>
            </a:r>
            <a:r>
              <a:rPr lang="nl-BE" sz="1100" dirty="0"/>
              <a:t> project&gt;</a:t>
            </a:r>
          </a:p>
          <a:p>
            <a:pPr algn="ctr"/>
            <a:r>
              <a:rPr lang="nl-BE" sz="1100" dirty="0"/>
              <a:t>Team-xxx</a:t>
            </a:r>
          </a:p>
        </p:txBody>
      </p:sp>
      <p:sp>
        <p:nvSpPr>
          <p:cNvPr id="33" name="Rechthoek: afgeronde hoeken 32">
            <a:extLst>
              <a:ext uri="{FF2B5EF4-FFF2-40B4-BE49-F238E27FC236}">
                <a16:creationId xmlns:a16="http://schemas.microsoft.com/office/drawing/2014/main" id="{2E2188B2-89D8-8084-B3F7-7567A94CB799}"/>
              </a:ext>
            </a:extLst>
          </p:cNvPr>
          <p:cNvSpPr/>
          <p:nvPr/>
        </p:nvSpPr>
        <p:spPr>
          <a:xfrm>
            <a:off x="7794809" y="1757082"/>
            <a:ext cx="1649506" cy="2770094"/>
          </a:xfrm>
          <a:custGeom>
            <a:avLst/>
            <a:gdLst>
              <a:gd name="csX0" fmla="*/ 0 w 1649506"/>
              <a:gd name="csY0" fmla="*/ 274923 h 2770094"/>
              <a:gd name="csX1" fmla="*/ 274923 w 1649506"/>
              <a:gd name="csY1" fmla="*/ 0 h 2770094"/>
              <a:gd name="csX2" fmla="*/ 824753 w 1649506"/>
              <a:gd name="csY2" fmla="*/ 0 h 2770094"/>
              <a:gd name="csX3" fmla="*/ 1374583 w 1649506"/>
              <a:gd name="csY3" fmla="*/ 0 h 2770094"/>
              <a:gd name="csX4" fmla="*/ 1649506 w 1649506"/>
              <a:gd name="csY4" fmla="*/ 274923 h 2770094"/>
              <a:gd name="csX5" fmla="*/ 1649506 w 1649506"/>
              <a:gd name="csY5" fmla="*/ 763378 h 2770094"/>
              <a:gd name="csX6" fmla="*/ 1649506 w 1649506"/>
              <a:gd name="csY6" fmla="*/ 1296237 h 2770094"/>
              <a:gd name="csX7" fmla="*/ 1649506 w 1649506"/>
              <a:gd name="csY7" fmla="*/ 1851299 h 2770094"/>
              <a:gd name="csX8" fmla="*/ 1649506 w 1649506"/>
              <a:gd name="csY8" fmla="*/ 2495171 h 2770094"/>
              <a:gd name="csX9" fmla="*/ 1374583 w 1649506"/>
              <a:gd name="csY9" fmla="*/ 2770094 h 2770094"/>
              <a:gd name="csX10" fmla="*/ 813756 w 1649506"/>
              <a:gd name="csY10" fmla="*/ 2770094 h 2770094"/>
              <a:gd name="csX11" fmla="*/ 274923 w 1649506"/>
              <a:gd name="csY11" fmla="*/ 2770094 h 2770094"/>
              <a:gd name="csX12" fmla="*/ 0 w 1649506"/>
              <a:gd name="csY12" fmla="*/ 2495171 h 2770094"/>
              <a:gd name="csX13" fmla="*/ 0 w 1649506"/>
              <a:gd name="csY13" fmla="*/ 1940109 h 2770094"/>
              <a:gd name="csX14" fmla="*/ 0 w 1649506"/>
              <a:gd name="csY14" fmla="*/ 1407249 h 2770094"/>
              <a:gd name="csX15" fmla="*/ 0 w 1649506"/>
              <a:gd name="csY15" fmla="*/ 852187 h 2770094"/>
              <a:gd name="csX16" fmla="*/ 0 w 1649506"/>
              <a:gd name="csY16" fmla="*/ 274923 h 2770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649506" h="2770094" extrusionOk="0">
                <a:moveTo>
                  <a:pt x="0" y="274923"/>
                </a:moveTo>
                <a:cubicBezTo>
                  <a:pt x="-6142" y="127138"/>
                  <a:pt x="122237" y="5440"/>
                  <a:pt x="274923" y="0"/>
                </a:cubicBezTo>
                <a:cubicBezTo>
                  <a:pt x="481633" y="-22656"/>
                  <a:pt x="563345" y="45231"/>
                  <a:pt x="824753" y="0"/>
                </a:cubicBezTo>
                <a:cubicBezTo>
                  <a:pt x="1086161" y="-45231"/>
                  <a:pt x="1231988" y="27084"/>
                  <a:pt x="1374583" y="0"/>
                </a:cubicBezTo>
                <a:cubicBezTo>
                  <a:pt x="1512090" y="-25470"/>
                  <a:pt x="1649431" y="127184"/>
                  <a:pt x="1649506" y="274923"/>
                </a:cubicBezTo>
                <a:cubicBezTo>
                  <a:pt x="1651323" y="517352"/>
                  <a:pt x="1593246" y="562665"/>
                  <a:pt x="1649506" y="763378"/>
                </a:cubicBezTo>
                <a:cubicBezTo>
                  <a:pt x="1705766" y="964092"/>
                  <a:pt x="1596443" y="1069156"/>
                  <a:pt x="1649506" y="1296237"/>
                </a:cubicBezTo>
                <a:cubicBezTo>
                  <a:pt x="1702569" y="1523318"/>
                  <a:pt x="1602892" y="1662728"/>
                  <a:pt x="1649506" y="1851299"/>
                </a:cubicBezTo>
                <a:cubicBezTo>
                  <a:pt x="1696120" y="2039870"/>
                  <a:pt x="1625712" y="2345645"/>
                  <a:pt x="1649506" y="2495171"/>
                </a:cubicBezTo>
                <a:cubicBezTo>
                  <a:pt x="1656152" y="2637387"/>
                  <a:pt x="1494163" y="2775936"/>
                  <a:pt x="1374583" y="2770094"/>
                </a:cubicBezTo>
                <a:cubicBezTo>
                  <a:pt x="1206810" y="2787676"/>
                  <a:pt x="993525" y="2741955"/>
                  <a:pt x="813756" y="2770094"/>
                </a:cubicBezTo>
                <a:cubicBezTo>
                  <a:pt x="633987" y="2798233"/>
                  <a:pt x="412602" y="2716332"/>
                  <a:pt x="274923" y="2770094"/>
                </a:cubicBezTo>
                <a:cubicBezTo>
                  <a:pt x="104467" y="2802247"/>
                  <a:pt x="-9357" y="2644011"/>
                  <a:pt x="0" y="2495171"/>
                </a:cubicBezTo>
                <a:cubicBezTo>
                  <a:pt x="-9100" y="2281479"/>
                  <a:pt x="52561" y="2147056"/>
                  <a:pt x="0" y="1940109"/>
                </a:cubicBezTo>
                <a:cubicBezTo>
                  <a:pt x="-52561" y="1733162"/>
                  <a:pt x="50195" y="1527961"/>
                  <a:pt x="0" y="1407249"/>
                </a:cubicBezTo>
                <a:cubicBezTo>
                  <a:pt x="-50195" y="1286537"/>
                  <a:pt x="65748" y="1103915"/>
                  <a:pt x="0" y="852187"/>
                </a:cubicBezTo>
                <a:cubicBezTo>
                  <a:pt x="-65748" y="600459"/>
                  <a:pt x="1231" y="407316"/>
                  <a:pt x="0" y="274923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298199305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BE" dirty="0" err="1">
                <a:solidFill>
                  <a:sysClr val="windowText" lastClr="000000"/>
                </a:solidFill>
              </a:rPr>
              <a:t>argocd</a:t>
            </a:r>
            <a:endParaRPr lang="nl-BE" dirty="0">
              <a:solidFill>
                <a:sysClr val="windowText" lastClr="000000"/>
              </a:solidFill>
            </a:endParaRPr>
          </a:p>
        </p:txBody>
      </p:sp>
      <p:sp>
        <p:nvSpPr>
          <p:cNvPr id="34" name="Rechthoek 33">
            <a:extLst>
              <a:ext uri="{FF2B5EF4-FFF2-40B4-BE49-F238E27FC236}">
                <a16:creationId xmlns:a16="http://schemas.microsoft.com/office/drawing/2014/main" id="{20545B12-B1C6-FF5B-EBC7-9F0A521C006F}"/>
              </a:ext>
            </a:extLst>
          </p:cNvPr>
          <p:cNvSpPr/>
          <p:nvPr/>
        </p:nvSpPr>
        <p:spPr>
          <a:xfrm>
            <a:off x="10484226" y="3142129"/>
            <a:ext cx="977153" cy="5827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&lt;service&gt;</a:t>
            </a:r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4A72B2F8-FB04-E60B-FC3F-5AE55CDC87A1}"/>
              </a:ext>
            </a:extLst>
          </p:cNvPr>
          <p:cNvSpPr/>
          <p:nvPr/>
        </p:nvSpPr>
        <p:spPr>
          <a:xfrm>
            <a:off x="10484226" y="2519081"/>
            <a:ext cx="977153" cy="5827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ingress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</p:txBody>
      </p:sp>
      <p:sp>
        <p:nvSpPr>
          <p:cNvPr id="37" name="Rechthoek 36">
            <a:extLst>
              <a:ext uri="{FF2B5EF4-FFF2-40B4-BE49-F238E27FC236}">
                <a16:creationId xmlns:a16="http://schemas.microsoft.com/office/drawing/2014/main" id="{DCF057B1-44A8-1EA6-5354-8BF5BECEC6F3}"/>
              </a:ext>
            </a:extLst>
          </p:cNvPr>
          <p:cNvSpPr/>
          <p:nvPr/>
        </p:nvSpPr>
        <p:spPr>
          <a:xfrm>
            <a:off x="8139950" y="3758452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pod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 err="1">
                <a:solidFill>
                  <a:sysClr val="windowText" lastClr="000000"/>
                </a:solidFill>
              </a:rPr>
              <a:t>Argocd</a:t>
            </a:r>
            <a:r>
              <a:rPr lang="nl-BE" sz="1100" dirty="0">
                <a:solidFill>
                  <a:sysClr val="windowText" lastClr="000000"/>
                </a:solidFill>
              </a:rPr>
              <a:t>-server</a:t>
            </a:r>
          </a:p>
        </p:txBody>
      </p:sp>
      <p:sp>
        <p:nvSpPr>
          <p:cNvPr id="38" name="Rechthoek 37">
            <a:extLst>
              <a:ext uri="{FF2B5EF4-FFF2-40B4-BE49-F238E27FC236}">
                <a16:creationId xmlns:a16="http://schemas.microsoft.com/office/drawing/2014/main" id="{88DF6EBF-2548-D6EF-B4AC-D40C5B6240A1}"/>
              </a:ext>
            </a:extLst>
          </p:cNvPr>
          <p:cNvSpPr/>
          <p:nvPr/>
        </p:nvSpPr>
        <p:spPr>
          <a:xfrm>
            <a:off x="8126502" y="3135404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&lt;service&gt;</a:t>
            </a:r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1201DEE6-FE28-8865-9DBF-5C335C158100}"/>
              </a:ext>
            </a:extLst>
          </p:cNvPr>
          <p:cNvSpPr/>
          <p:nvPr/>
        </p:nvSpPr>
        <p:spPr>
          <a:xfrm>
            <a:off x="8126502" y="2512356"/>
            <a:ext cx="977153" cy="5827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</a:t>
            </a:r>
            <a:r>
              <a:rPr lang="nl-BE" sz="1100" dirty="0" err="1">
                <a:solidFill>
                  <a:sysClr val="windowText" lastClr="000000"/>
                </a:solidFill>
              </a:rPr>
              <a:t>ingress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</p:txBody>
      </p:sp>
      <p:cxnSp>
        <p:nvCxnSpPr>
          <p:cNvPr id="43" name="Verbindingslijn: gebogen 42">
            <a:extLst>
              <a:ext uri="{FF2B5EF4-FFF2-40B4-BE49-F238E27FC236}">
                <a16:creationId xmlns:a16="http://schemas.microsoft.com/office/drawing/2014/main" id="{E733DA88-523B-675F-5062-B978C295A4CC}"/>
              </a:ext>
            </a:extLst>
          </p:cNvPr>
          <p:cNvCxnSpPr>
            <a:stCxn id="13" idx="2"/>
            <a:endCxn id="32" idx="1"/>
          </p:cNvCxnSpPr>
          <p:nvPr/>
        </p:nvCxnSpPr>
        <p:spPr>
          <a:xfrm rot="16200000" flipH="1">
            <a:off x="6907300" y="3872751"/>
            <a:ext cx="569264" cy="151952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Verbindingslijn: gebogen 44">
            <a:extLst>
              <a:ext uri="{FF2B5EF4-FFF2-40B4-BE49-F238E27FC236}">
                <a16:creationId xmlns:a16="http://schemas.microsoft.com/office/drawing/2014/main" id="{C3420CEA-76B6-5CD4-F566-2C2843DD0DFB}"/>
              </a:ext>
            </a:extLst>
          </p:cNvPr>
          <p:cNvCxnSpPr>
            <a:stCxn id="13" idx="2"/>
            <a:endCxn id="31" idx="1"/>
          </p:cNvCxnSpPr>
          <p:nvPr/>
        </p:nvCxnSpPr>
        <p:spPr>
          <a:xfrm rot="16200000" flipH="1">
            <a:off x="6512854" y="4267197"/>
            <a:ext cx="1358156" cy="151952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hthoek 46">
            <a:extLst>
              <a:ext uri="{FF2B5EF4-FFF2-40B4-BE49-F238E27FC236}">
                <a16:creationId xmlns:a16="http://schemas.microsoft.com/office/drawing/2014/main" id="{5E716665-6578-C170-EC15-E1B5D6F23C49}"/>
              </a:ext>
            </a:extLst>
          </p:cNvPr>
          <p:cNvSpPr/>
          <p:nvPr/>
        </p:nvSpPr>
        <p:spPr>
          <a:xfrm>
            <a:off x="10484225" y="823635"/>
            <a:ext cx="977153" cy="58270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&lt;git </a:t>
            </a:r>
            <a:r>
              <a:rPr lang="nl-BE" sz="1100" dirty="0" err="1">
                <a:solidFill>
                  <a:sysClr val="windowText" lastClr="000000"/>
                </a:solidFill>
              </a:rPr>
              <a:t>repo</a:t>
            </a:r>
            <a:r>
              <a:rPr lang="nl-BE" sz="1100" dirty="0">
                <a:solidFill>
                  <a:sysClr val="windowText" lastClr="000000"/>
                </a:solidFill>
              </a:rPr>
              <a:t>&gt;</a:t>
            </a:r>
          </a:p>
          <a:p>
            <a:pPr algn="ctr"/>
            <a:r>
              <a:rPr lang="nl-BE" sz="1100" dirty="0">
                <a:solidFill>
                  <a:sysClr val="windowText" lastClr="000000"/>
                </a:solidFill>
              </a:rPr>
              <a:t>Team-xxx</a:t>
            </a:r>
          </a:p>
        </p:txBody>
      </p:sp>
      <p:sp>
        <p:nvSpPr>
          <p:cNvPr id="53" name="Rechthoek 52">
            <a:extLst>
              <a:ext uri="{FF2B5EF4-FFF2-40B4-BE49-F238E27FC236}">
                <a16:creationId xmlns:a16="http://schemas.microsoft.com/office/drawing/2014/main" id="{28278B77-C165-C097-0D47-C61CAF1E19B4}"/>
              </a:ext>
            </a:extLst>
          </p:cNvPr>
          <p:cNvSpPr/>
          <p:nvPr/>
        </p:nvSpPr>
        <p:spPr>
          <a:xfrm>
            <a:off x="883021" y="168087"/>
            <a:ext cx="10699379" cy="4123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100" dirty="0">
                <a:solidFill>
                  <a:schemeClr val="tx1"/>
                </a:solidFill>
              </a:rPr>
              <a:t>Browser</a:t>
            </a:r>
          </a:p>
        </p:txBody>
      </p:sp>
      <p:cxnSp>
        <p:nvCxnSpPr>
          <p:cNvPr id="55" name="Verbindingslijn: gebogen 54">
            <a:extLst>
              <a:ext uri="{FF2B5EF4-FFF2-40B4-BE49-F238E27FC236}">
                <a16:creationId xmlns:a16="http://schemas.microsoft.com/office/drawing/2014/main" id="{BC4C8D96-5F4D-F6C0-B612-20A8A425F828}"/>
              </a:ext>
            </a:extLst>
          </p:cNvPr>
          <p:cNvCxnSpPr>
            <a:cxnSpLocks/>
            <a:stCxn id="79" idx="2"/>
            <a:endCxn id="7" idx="1"/>
          </p:cNvCxnSpPr>
          <p:nvPr/>
        </p:nvCxnSpPr>
        <p:spPr>
          <a:xfrm rot="16200000" flipH="1">
            <a:off x="805827" y="1614638"/>
            <a:ext cx="2479443" cy="411104"/>
          </a:xfrm>
          <a:prstGeom prst="bentConnector2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Verbindingslijn: gebogen 58">
            <a:extLst>
              <a:ext uri="{FF2B5EF4-FFF2-40B4-BE49-F238E27FC236}">
                <a16:creationId xmlns:a16="http://schemas.microsoft.com/office/drawing/2014/main" id="{51C7B749-E68C-32B6-361E-A4C9591219BA}"/>
              </a:ext>
            </a:extLst>
          </p:cNvPr>
          <p:cNvCxnSpPr>
            <a:cxnSpLocks/>
            <a:stCxn id="53" idx="1"/>
            <a:endCxn id="89" idx="1"/>
          </p:cNvCxnSpPr>
          <p:nvPr/>
        </p:nvCxnSpPr>
        <p:spPr>
          <a:xfrm rot="10800000" flipV="1">
            <a:off x="634853" y="374277"/>
            <a:ext cx="248168" cy="2676721"/>
          </a:xfrm>
          <a:prstGeom prst="bentConnector3">
            <a:avLst>
              <a:gd name="adj1" fmla="val 289649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6D40ADD-251C-179C-07CB-D9E2600A36DB}"/>
              </a:ext>
            </a:extLst>
          </p:cNvPr>
          <p:cNvGrpSpPr/>
          <p:nvPr/>
        </p:nvGrpSpPr>
        <p:grpSpPr>
          <a:xfrm>
            <a:off x="331693" y="2218761"/>
            <a:ext cx="4657165" cy="2209803"/>
            <a:chOff x="331693" y="1757082"/>
            <a:chExt cx="5611906" cy="2779062"/>
          </a:xfrm>
        </p:grpSpPr>
        <p:sp>
          <p:nvSpPr>
            <p:cNvPr id="4" name="Rechthoek: afgeronde hoeken 3">
              <a:extLst>
                <a:ext uri="{FF2B5EF4-FFF2-40B4-BE49-F238E27FC236}">
                  <a16:creationId xmlns:a16="http://schemas.microsoft.com/office/drawing/2014/main" id="{3D0B13EA-40BF-E2E0-042F-234DD0596E90}"/>
                </a:ext>
              </a:extLst>
            </p:cNvPr>
            <p:cNvSpPr/>
            <p:nvPr/>
          </p:nvSpPr>
          <p:spPr>
            <a:xfrm>
              <a:off x="2294963" y="1766050"/>
              <a:ext cx="1649506" cy="2770094"/>
            </a:xfrm>
            <a:custGeom>
              <a:avLst/>
              <a:gdLst>
                <a:gd name="csX0" fmla="*/ 0 w 1649506"/>
                <a:gd name="csY0" fmla="*/ 274923 h 2770094"/>
                <a:gd name="csX1" fmla="*/ 274923 w 1649506"/>
                <a:gd name="csY1" fmla="*/ 0 h 2770094"/>
                <a:gd name="csX2" fmla="*/ 824753 w 1649506"/>
                <a:gd name="csY2" fmla="*/ 0 h 2770094"/>
                <a:gd name="csX3" fmla="*/ 1374583 w 1649506"/>
                <a:gd name="csY3" fmla="*/ 0 h 2770094"/>
                <a:gd name="csX4" fmla="*/ 1649506 w 1649506"/>
                <a:gd name="csY4" fmla="*/ 274923 h 2770094"/>
                <a:gd name="csX5" fmla="*/ 1649506 w 1649506"/>
                <a:gd name="csY5" fmla="*/ 763378 h 2770094"/>
                <a:gd name="csX6" fmla="*/ 1649506 w 1649506"/>
                <a:gd name="csY6" fmla="*/ 1296237 h 2770094"/>
                <a:gd name="csX7" fmla="*/ 1649506 w 1649506"/>
                <a:gd name="csY7" fmla="*/ 1851299 h 2770094"/>
                <a:gd name="csX8" fmla="*/ 1649506 w 1649506"/>
                <a:gd name="csY8" fmla="*/ 2495171 h 2770094"/>
                <a:gd name="csX9" fmla="*/ 1374583 w 1649506"/>
                <a:gd name="csY9" fmla="*/ 2770094 h 2770094"/>
                <a:gd name="csX10" fmla="*/ 813756 w 1649506"/>
                <a:gd name="csY10" fmla="*/ 2770094 h 2770094"/>
                <a:gd name="csX11" fmla="*/ 274923 w 1649506"/>
                <a:gd name="csY11" fmla="*/ 2770094 h 2770094"/>
                <a:gd name="csX12" fmla="*/ 0 w 1649506"/>
                <a:gd name="csY12" fmla="*/ 2495171 h 2770094"/>
                <a:gd name="csX13" fmla="*/ 0 w 1649506"/>
                <a:gd name="csY13" fmla="*/ 1940109 h 2770094"/>
                <a:gd name="csX14" fmla="*/ 0 w 1649506"/>
                <a:gd name="csY14" fmla="*/ 1407249 h 2770094"/>
                <a:gd name="csX15" fmla="*/ 0 w 1649506"/>
                <a:gd name="csY15" fmla="*/ 852187 h 2770094"/>
                <a:gd name="csX16" fmla="*/ 0 w 1649506"/>
                <a:gd name="csY16" fmla="*/ 274923 h 2770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49506" h="2770094" extrusionOk="0">
                  <a:moveTo>
                    <a:pt x="0" y="274923"/>
                  </a:moveTo>
                  <a:cubicBezTo>
                    <a:pt x="-6142" y="127138"/>
                    <a:pt x="122237" y="5440"/>
                    <a:pt x="274923" y="0"/>
                  </a:cubicBezTo>
                  <a:cubicBezTo>
                    <a:pt x="481633" y="-22656"/>
                    <a:pt x="563345" y="45231"/>
                    <a:pt x="824753" y="0"/>
                  </a:cubicBezTo>
                  <a:cubicBezTo>
                    <a:pt x="1086161" y="-45231"/>
                    <a:pt x="1231988" y="27084"/>
                    <a:pt x="1374583" y="0"/>
                  </a:cubicBezTo>
                  <a:cubicBezTo>
                    <a:pt x="1512090" y="-25470"/>
                    <a:pt x="1649431" y="127184"/>
                    <a:pt x="1649506" y="274923"/>
                  </a:cubicBezTo>
                  <a:cubicBezTo>
                    <a:pt x="1651323" y="517352"/>
                    <a:pt x="1593246" y="562665"/>
                    <a:pt x="1649506" y="763378"/>
                  </a:cubicBezTo>
                  <a:cubicBezTo>
                    <a:pt x="1705766" y="964092"/>
                    <a:pt x="1596443" y="1069156"/>
                    <a:pt x="1649506" y="1296237"/>
                  </a:cubicBezTo>
                  <a:cubicBezTo>
                    <a:pt x="1702569" y="1523318"/>
                    <a:pt x="1602892" y="1662728"/>
                    <a:pt x="1649506" y="1851299"/>
                  </a:cubicBezTo>
                  <a:cubicBezTo>
                    <a:pt x="1696120" y="2039870"/>
                    <a:pt x="1625712" y="2345645"/>
                    <a:pt x="1649506" y="2495171"/>
                  </a:cubicBezTo>
                  <a:cubicBezTo>
                    <a:pt x="1656152" y="2637387"/>
                    <a:pt x="1494163" y="2775936"/>
                    <a:pt x="1374583" y="2770094"/>
                  </a:cubicBezTo>
                  <a:cubicBezTo>
                    <a:pt x="1206810" y="2787676"/>
                    <a:pt x="993525" y="2741955"/>
                    <a:pt x="813756" y="2770094"/>
                  </a:cubicBezTo>
                  <a:cubicBezTo>
                    <a:pt x="633987" y="2798233"/>
                    <a:pt x="412602" y="2716332"/>
                    <a:pt x="274923" y="2770094"/>
                  </a:cubicBezTo>
                  <a:cubicBezTo>
                    <a:pt x="104467" y="2802247"/>
                    <a:pt x="-9357" y="2644011"/>
                    <a:pt x="0" y="2495171"/>
                  </a:cubicBezTo>
                  <a:cubicBezTo>
                    <a:pt x="-9100" y="2281479"/>
                    <a:pt x="52561" y="2147056"/>
                    <a:pt x="0" y="1940109"/>
                  </a:cubicBezTo>
                  <a:cubicBezTo>
                    <a:pt x="-52561" y="1733162"/>
                    <a:pt x="50195" y="1527961"/>
                    <a:pt x="0" y="1407249"/>
                  </a:cubicBezTo>
                  <a:cubicBezTo>
                    <a:pt x="-50195" y="1286537"/>
                    <a:pt x="65748" y="1103915"/>
                    <a:pt x="0" y="852187"/>
                  </a:cubicBezTo>
                  <a:cubicBezTo>
                    <a:pt x="-65748" y="600459"/>
                    <a:pt x="1231" y="407316"/>
                    <a:pt x="0" y="274923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2981993050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nl-BE" dirty="0">
                  <a:solidFill>
                    <a:sysClr val="windowText" lastClr="000000"/>
                  </a:solidFill>
                </a:rPr>
                <a:t>teams-ui</a:t>
              </a:r>
            </a:p>
          </p:txBody>
        </p:sp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02EAB789-EA41-3D75-63DE-5E3D9BA3400A}"/>
                </a:ext>
              </a:extLst>
            </p:cNvPr>
            <p:cNvSpPr/>
            <p:nvPr/>
          </p:nvSpPr>
          <p:spPr>
            <a:xfrm>
              <a:off x="2644587" y="3769661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pod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Teams-ui</a:t>
              </a:r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9666969A-7FDE-35F9-A3EB-194CB8FC105A}"/>
                </a:ext>
              </a:extLst>
            </p:cNvPr>
            <p:cNvSpPr/>
            <p:nvPr/>
          </p:nvSpPr>
          <p:spPr>
            <a:xfrm>
              <a:off x="2644587" y="3146613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&lt;service&gt;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FD539285-3F37-B098-FE51-B0D869F5AEC0}"/>
                </a:ext>
              </a:extLst>
            </p:cNvPr>
            <p:cNvSpPr/>
            <p:nvPr/>
          </p:nvSpPr>
          <p:spPr>
            <a:xfrm>
              <a:off x="2644587" y="2523565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ingress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</p:txBody>
        </p:sp>
        <p:sp>
          <p:nvSpPr>
            <p:cNvPr id="8" name="Rechthoek: afgeronde hoeken 7">
              <a:extLst>
                <a:ext uri="{FF2B5EF4-FFF2-40B4-BE49-F238E27FC236}">
                  <a16:creationId xmlns:a16="http://schemas.microsoft.com/office/drawing/2014/main" id="{B92A82B4-A6F2-811F-56CB-D46F2C5EBE1F}"/>
                </a:ext>
              </a:extLst>
            </p:cNvPr>
            <p:cNvSpPr/>
            <p:nvPr/>
          </p:nvSpPr>
          <p:spPr>
            <a:xfrm>
              <a:off x="4294093" y="1761566"/>
              <a:ext cx="1649506" cy="2770094"/>
            </a:xfrm>
            <a:custGeom>
              <a:avLst/>
              <a:gdLst>
                <a:gd name="csX0" fmla="*/ 0 w 1649506"/>
                <a:gd name="csY0" fmla="*/ 274923 h 2770094"/>
                <a:gd name="csX1" fmla="*/ 274923 w 1649506"/>
                <a:gd name="csY1" fmla="*/ 0 h 2770094"/>
                <a:gd name="csX2" fmla="*/ 824753 w 1649506"/>
                <a:gd name="csY2" fmla="*/ 0 h 2770094"/>
                <a:gd name="csX3" fmla="*/ 1374583 w 1649506"/>
                <a:gd name="csY3" fmla="*/ 0 h 2770094"/>
                <a:gd name="csX4" fmla="*/ 1649506 w 1649506"/>
                <a:gd name="csY4" fmla="*/ 274923 h 2770094"/>
                <a:gd name="csX5" fmla="*/ 1649506 w 1649506"/>
                <a:gd name="csY5" fmla="*/ 763378 h 2770094"/>
                <a:gd name="csX6" fmla="*/ 1649506 w 1649506"/>
                <a:gd name="csY6" fmla="*/ 1296237 h 2770094"/>
                <a:gd name="csX7" fmla="*/ 1649506 w 1649506"/>
                <a:gd name="csY7" fmla="*/ 1851299 h 2770094"/>
                <a:gd name="csX8" fmla="*/ 1649506 w 1649506"/>
                <a:gd name="csY8" fmla="*/ 2495171 h 2770094"/>
                <a:gd name="csX9" fmla="*/ 1374583 w 1649506"/>
                <a:gd name="csY9" fmla="*/ 2770094 h 2770094"/>
                <a:gd name="csX10" fmla="*/ 813756 w 1649506"/>
                <a:gd name="csY10" fmla="*/ 2770094 h 2770094"/>
                <a:gd name="csX11" fmla="*/ 274923 w 1649506"/>
                <a:gd name="csY11" fmla="*/ 2770094 h 2770094"/>
                <a:gd name="csX12" fmla="*/ 0 w 1649506"/>
                <a:gd name="csY12" fmla="*/ 2495171 h 2770094"/>
                <a:gd name="csX13" fmla="*/ 0 w 1649506"/>
                <a:gd name="csY13" fmla="*/ 1940109 h 2770094"/>
                <a:gd name="csX14" fmla="*/ 0 w 1649506"/>
                <a:gd name="csY14" fmla="*/ 1407249 h 2770094"/>
                <a:gd name="csX15" fmla="*/ 0 w 1649506"/>
                <a:gd name="csY15" fmla="*/ 852187 h 2770094"/>
                <a:gd name="csX16" fmla="*/ 0 w 1649506"/>
                <a:gd name="csY16" fmla="*/ 274923 h 2770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49506" h="2770094" extrusionOk="0">
                  <a:moveTo>
                    <a:pt x="0" y="274923"/>
                  </a:moveTo>
                  <a:cubicBezTo>
                    <a:pt x="-6142" y="127138"/>
                    <a:pt x="122237" y="5440"/>
                    <a:pt x="274923" y="0"/>
                  </a:cubicBezTo>
                  <a:cubicBezTo>
                    <a:pt x="481633" y="-22656"/>
                    <a:pt x="563345" y="45231"/>
                    <a:pt x="824753" y="0"/>
                  </a:cubicBezTo>
                  <a:cubicBezTo>
                    <a:pt x="1086161" y="-45231"/>
                    <a:pt x="1231988" y="27084"/>
                    <a:pt x="1374583" y="0"/>
                  </a:cubicBezTo>
                  <a:cubicBezTo>
                    <a:pt x="1512090" y="-25470"/>
                    <a:pt x="1649431" y="127184"/>
                    <a:pt x="1649506" y="274923"/>
                  </a:cubicBezTo>
                  <a:cubicBezTo>
                    <a:pt x="1651323" y="517352"/>
                    <a:pt x="1593246" y="562665"/>
                    <a:pt x="1649506" y="763378"/>
                  </a:cubicBezTo>
                  <a:cubicBezTo>
                    <a:pt x="1705766" y="964092"/>
                    <a:pt x="1596443" y="1069156"/>
                    <a:pt x="1649506" y="1296237"/>
                  </a:cubicBezTo>
                  <a:cubicBezTo>
                    <a:pt x="1702569" y="1523318"/>
                    <a:pt x="1602892" y="1662728"/>
                    <a:pt x="1649506" y="1851299"/>
                  </a:cubicBezTo>
                  <a:cubicBezTo>
                    <a:pt x="1696120" y="2039870"/>
                    <a:pt x="1625712" y="2345645"/>
                    <a:pt x="1649506" y="2495171"/>
                  </a:cubicBezTo>
                  <a:cubicBezTo>
                    <a:pt x="1656152" y="2637387"/>
                    <a:pt x="1494163" y="2775936"/>
                    <a:pt x="1374583" y="2770094"/>
                  </a:cubicBezTo>
                  <a:cubicBezTo>
                    <a:pt x="1206810" y="2787676"/>
                    <a:pt x="993525" y="2741955"/>
                    <a:pt x="813756" y="2770094"/>
                  </a:cubicBezTo>
                  <a:cubicBezTo>
                    <a:pt x="633987" y="2798233"/>
                    <a:pt x="412602" y="2716332"/>
                    <a:pt x="274923" y="2770094"/>
                  </a:cubicBezTo>
                  <a:cubicBezTo>
                    <a:pt x="104467" y="2802247"/>
                    <a:pt x="-9357" y="2644011"/>
                    <a:pt x="0" y="2495171"/>
                  </a:cubicBezTo>
                  <a:cubicBezTo>
                    <a:pt x="-9100" y="2281479"/>
                    <a:pt x="52561" y="2147056"/>
                    <a:pt x="0" y="1940109"/>
                  </a:cubicBezTo>
                  <a:cubicBezTo>
                    <a:pt x="-52561" y="1733162"/>
                    <a:pt x="50195" y="1527961"/>
                    <a:pt x="0" y="1407249"/>
                  </a:cubicBezTo>
                  <a:cubicBezTo>
                    <a:pt x="-50195" y="1286537"/>
                    <a:pt x="65748" y="1103915"/>
                    <a:pt x="0" y="852187"/>
                  </a:cubicBezTo>
                  <a:cubicBezTo>
                    <a:pt x="-65748" y="600459"/>
                    <a:pt x="1231" y="407316"/>
                    <a:pt x="0" y="274923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2981993050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nl-BE" dirty="0">
                  <a:solidFill>
                    <a:sysClr val="windowText" lastClr="000000"/>
                  </a:solidFill>
                </a:rPr>
                <a:t>teams-</a:t>
              </a:r>
              <a:r>
                <a:rPr lang="nl-BE" dirty="0" err="1">
                  <a:solidFill>
                    <a:sysClr val="windowText" lastClr="000000"/>
                  </a:solidFill>
                </a:rPr>
                <a:t>api</a:t>
              </a:r>
              <a:endParaRPr lang="nl-B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BD3AE8AF-77F7-A570-1101-ED948ED5EE6D}"/>
                </a:ext>
              </a:extLst>
            </p:cNvPr>
            <p:cNvSpPr/>
            <p:nvPr/>
          </p:nvSpPr>
          <p:spPr>
            <a:xfrm>
              <a:off x="4643717" y="3765177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pod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Teams-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api</a:t>
              </a:r>
              <a:endParaRPr lang="nl-BE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DA0AE03-E757-CF17-E360-378C3FB7986C}"/>
                </a:ext>
              </a:extLst>
            </p:cNvPr>
            <p:cNvSpPr/>
            <p:nvPr/>
          </p:nvSpPr>
          <p:spPr>
            <a:xfrm>
              <a:off x="4643717" y="3142129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&lt;service&gt;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AC44B098-A1F4-EC50-91C8-08E1FAC406DD}"/>
                </a:ext>
              </a:extLst>
            </p:cNvPr>
            <p:cNvSpPr/>
            <p:nvPr/>
          </p:nvSpPr>
          <p:spPr>
            <a:xfrm>
              <a:off x="4643717" y="2519081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ingress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</p:txBody>
        </p:sp>
        <p:cxnSp>
          <p:nvCxnSpPr>
            <p:cNvPr id="19" name="Rechte verbindingslijn met pijl 18">
              <a:extLst>
                <a:ext uri="{FF2B5EF4-FFF2-40B4-BE49-F238E27FC236}">
                  <a16:creationId xmlns:a16="http://schemas.microsoft.com/office/drawing/2014/main" id="{ED13DB77-F24D-43BB-9C15-94CC8EB92069}"/>
                </a:ext>
              </a:extLst>
            </p:cNvPr>
            <p:cNvCxnSpPr>
              <a:stCxn id="5" idx="3"/>
              <a:endCxn id="9" idx="1"/>
            </p:cNvCxnSpPr>
            <p:nvPr/>
          </p:nvCxnSpPr>
          <p:spPr>
            <a:xfrm flipV="1">
              <a:off x="3621740" y="4056530"/>
              <a:ext cx="1021977" cy="4484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hthoek: afgeronde hoeken 47">
              <a:extLst>
                <a:ext uri="{FF2B5EF4-FFF2-40B4-BE49-F238E27FC236}">
                  <a16:creationId xmlns:a16="http://schemas.microsoft.com/office/drawing/2014/main" id="{06248BEE-A35C-0793-2534-26783067D0F6}"/>
                </a:ext>
              </a:extLst>
            </p:cNvPr>
            <p:cNvSpPr/>
            <p:nvPr/>
          </p:nvSpPr>
          <p:spPr>
            <a:xfrm>
              <a:off x="331693" y="1757082"/>
              <a:ext cx="1649506" cy="2770094"/>
            </a:xfrm>
            <a:custGeom>
              <a:avLst/>
              <a:gdLst>
                <a:gd name="csX0" fmla="*/ 0 w 1649506"/>
                <a:gd name="csY0" fmla="*/ 274923 h 2770094"/>
                <a:gd name="csX1" fmla="*/ 274923 w 1649506"/>
                <a:gd name="csY1" fmla="*/ 0 h 2770094"/>
                <a:gd name="csX2" fmla="*/ 824753 w 1649506"/>
                <a:gd name="csY2" fmla="*/ 0 h 2770094"/>
                <a:gd name="csX3" fmla="*/ 1374583 w 1649506"/>
                <a:gd name="csY3" fmla="*/ 0 h 2770094"/>
                <a:gd name="csX4" fmla="*/ 1649506 w 1649506"/>
                <a:gd name="csY4" fmla="*/ 274923 h 2770094"/>
                <a:gd name="csX5" fmla="*/ 1649506 w 1649506"/>
                <a:gd name="csY5" fmla="*/ 763378 h 2770094"/>
                <a:gd name="csX6" fmla="*/ 1649506 w 1649506"/>
                <a:gd name="csY6" fmla="*/ 1296237 h 2770094"/>
                <a:gd name="csX7" fmla="*/ 1649506 w 1649506"/>
                <a:gd name="csY7" fmla="*/ 1851299 h 2770094"/>
                <a:gd name="csX8" fmla="*/ 1649506 w 1649506"/>
                <a:gd name="csY8" fmla="*/ 2495171 h 2770094"/>
                <a:gd name="csX9" fmla="*/ 1374583 w 1649506"/>
                <a:gd name="csY9" fmla="*/ 2770094 h 2770094"/>
                <a:gd name="csX10" fmla="*/ 813756 w 1649506"/>
                <a:gd name="csY10" fmla="*/ 2770094 h 2770094"/>
                <a:gd name="csX11" fmla="*/ 274923 w 1649506"/>
                <a:gd name="csY11" fmla="*/ 2770094 h 2770094"/>
                <a:gd name="csX12" fmla="*/ 0 w 1649506"/>
                <a:gd name="csY12" fmla="*/ 2495171 h 2770094"/>
                <a:gd name="csX13" fmla="*/ 0 w 1649506"/>
                <a:gd name="csY13" fmla="*/ 1940109 h 2770094"/>
                <a:gd name="csX14" fmla="*/ 0 w 1649506"/>
                <a:gd name="csY14" fmla="*/ 1407249 h 2770094"/>
                <a:gd name="csX15" fmla="*/ 0 w 1649506"/>
                <a:gd name="csY15" fmla="*/ 852187 h 2770094"/>
                <a:gd name="csX16" fmla="*/ 0 w 1649506"/>
                <a:gd name="csY16" fmla="*/ 274923 h 2770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49506" h="2770094" extrusionOk="0">
                  <a:moveTo>
                    <a:pt x="0" y="274923"/>
                  </a:moveTo>
                  <a:cubicBezTo>
                    <a:pt x="-6142" y="127138"/>
                    <a:pt x="122237" y="5440"/>
                    <a:pt x="274923" y="0"/>
                  </a:cubicBezTo>
                  <a:cubicBezTo>
                    <a:pt x="481633" y="-22656"/>
                    <a:pt x="563345" y="45231"/>
                    <a:pt x="824753" y="0"/>
                  </a:cubicBezTo>
                  <a:cubicBezTo>
                    <a:pt x="1086161" y="-45231"/>
                    <a:pt x="1231988" y="27084"/>
                    <a:pt x="1374583" y="0"/>
                  </a:cubicBezTo>
                  <a:cubicBezTo>
                    <a:pt x="1512090" y="-25470"/>
                    <a:pt x="1649431" y="127184"/>
                    <a:pt x="1649506" y="274923"/>
                  </a:cubicBezTo>
                  <a:cubicBezTo>
                    <a:pt x="1651323" y="517352"/>
                    <a:pt x="1593246" y="562665"/>
                    <a:pt x="1649506" y="763378"/>
                  </a:cubicBezTo>
                  <a:cubicBezTo>
                    <a:pt x="1705766" y="964092"/>
                    <a:pt x="1596443" y="1069156"/>
                    <a:pt x="1649506" y="1296237"/>
                  </a:cubicBezTo>
                  <a:cubicBezTo>
                    <a:pt x="1702569" y="1523318"/>
                    <a:pt x="1602892" y="1662728"/>
                    <a:pt x="1649506" y="1851299"/>
                  </a:cubicBezTo>
                  <a:cubicBezTo>
                    <a:pt x="1696120" y="2039870"/>
                    <a:pt x="1625712" y="2345645"/>
                    <a:pt x="1649506" y="2495171"/>
                  </a:cubicBezTo>
                  <a:cubicBezTo>
                    <a:pt x="1656152" y="2637387"/>
                    <a:pt x="1494163" y="2775936"/>
                    <a:pt x="1374583" y="2770094"/>
                  </a:cubicBezTo>
                  <a:cubicBezTo>
                    <a:pt x="1206810" y="2787676"/>
                    <a:pt x="993525" y="2741955"/>
                    <a:pt x="813756" y="2770094"/>
                  </a:cubicBezTo>
                  <a:cubicBezTo>
                    <a:pt x="633987" y="2798233"/>
                    <a:pt x="412602" y="2716332"/>
                    <a:pt x="274923" y="2770094"/>
                  </a:cubicBezTo>
                  <a:cubicBezTo>
                    <a:pt x="104467" y="2802247"/>
                    <a:pt x="-9357" y="2644011"/>
                    <a:pt x="0" y="2495171"/>
                  </a:cubicBezTo>
                  <a:cubicBezTo>
                    <a:pt x="-9100" y="2281479"/>
                    <a:pt x="52561" y="2147056"/>
                    <a:pt x="0" y="1940109"/>
                  </a:cubicBezTo>
                  <a:cubicBezTo>
                    <a:pt x="-52561" y="1733162"/>
                    <a:pt x="50195" y="1527961"/>
                    <a:pt x="0" y="1407249"/>
                  </a:cubicBezTo>
                  <a:cubicBezTo>
                    <a:pt x="-50195" y="1286537"/>
                    <a:pt x="65748" y="1103915"/>
                    <a:pt x="0" y="852187"/>
                  </a:cubicBezTo>
                  <a:cubicBezTo>
                    <a:pt x="-65748" y="600459"/>
                    <a:pt x="1231" y="407316"/>
                    <a:pt x="0" y="274923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2981993050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nl-BE" dirty="0" err="1">
                  <a:solidFill>
                    <a:sysClr val="windowText" lastClr="000000"/>
                  </a:solidFill>
                </a:rPr>
                <a:t>keycloak</a:t>
              </a:r>
              <a:endParaRPr lang="nl-BE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445AFC06-801D-63FA-4D26-3D5AD689EBAC}"/>
                </a:ext>
              </a:extLst>
            </p:cNvPr>
            <p:cNvSpPr/>
            <p:nvPr/>
          </p:nvSpPr>
          <p:spPr>
            <a:xfrm>
              <a:off x="697002" y="3758452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pod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Teams-ui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93CD2C47-11E3-D013-CB9E-866465C421ED}"/>
                </a:ext>
              </a:extLst>
            </p:cNvPr>
            <p:cNvSpPr/>
            <p:nvPr/>
          </p:nvSpPr>
          <p:spPr>
            <a:xfrm>
              <a:off x="697002" y="3135404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&lt;service&gt;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A064C9CB-2456-3911-2E19-63F9FDE80EA7}"/>
                </a:ext>
              </a:extLst>
            </p:cNvPr>
            <p:cNvSpPr/>
            <p:nvPr/>
          </p:nvSpPr>
          <p:spPr>
            <a:xfrm>
              <a:off x="697002" y="2512356"/>
              <a:ext cx="977153" cy="58270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100" dirty="0">
                  <a:solidFill>
                    <a:sysClr val="windowText" lastClr="000000"/>
                  </a:solidFill>
                </a:rPr>
                <a:t>&lt;</a:t>
              </a:r>
              <a:r>
                <a:rPr lang="nl-BE" sz="1100" dirty="0" err="1">
                  <a:solidFill>
                    <a:sysClr val="windowText" lastClr="000000"/>
                  </a:solidFill>
                </a:rPr>
                <a:t>ingress</a:t>
              </a:r>
              <a:r>
                <a:rPr lang="nl-BE" sz="1100" dirty="0">
                  <a:solidFill>
                    <a:sysClr val="windowText" lastClr="000000"/>
                  </a:solidFill>
                </a:rPr>
                <a:t>&gt;</a:t>
              </a:r>
            </a:p>
          </p:txBody>
        </p:sp>
      </p:grpSp>
      <p:cxnSp>
        <p:nvCxnSpPr>
          <p:cNvPr id="92" name="Verbindingslijn: gebogen 91">
            <a:extLst>
              <a:ext uri="{FF2B5EF4-FFF2-40B4-BE49-F238E27FC236}">
                <a16:creationId xmlns:a16="http://schemas.microsoft.com/office/drawing/2014/main" id="{B1756D48-DFFE-53E2-3947-A6AD73F89E95}"/>
              </a:ext>
            </a:extLst>
          </p:cNvPr>
          <p:cNvCxnSpPr>
            <a:cxnSpLocks/>
            <a:stCxn id="53" idx="3"/>
            <a:endCxn id="35" idx="3"/>
          </p:cNvCxnSpPr>
          <p:nvPr/>
        </p:nvCxnSpPr>
        <p:spPr>
          <a:xfrm flipH="1">
            <a:off x="11461379" y="374278"/>
            <a:ext cx="121021" cy="2436156"/>
          </a:xfrm>
          <a:prstGeom prst="bentConnector3">
            <a:avLst>
              <a:gd name="adj1" fmla="val -300006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Verbindingslijn: gebogen 98">
            <a:extLst>
              <a:ext uri="{FF2B5EF4-FFF2-40B4-BE49-F238E27FC236}">
                <a16:creationId xmlns:a16="http://schemas.microsoft.com/office/drawing/2014/main" id="{A483828D-7285-BCDE-209B-9970B412352A}"/>
              </a:ext>
            </a:extLst>
          </p:cNvPr>
          <p:cNvCxnSpPr>
            <a:cxnSpLocks/>
            <a:stCxn id="98" idx="2"/>
            <a:endCxn id="39" idx="1"/>
          </p:cNvCxnSpPr>
          <p:nvPr/>
        </p:nvCxnSpPr>
        <p:spPr>
          <a:xfrm rot="16200000" flipH="1">
            <a:off x="6744820" y="1422026"/>
            <a:ext cx="2223241" cy="540124"/>
          </a:xfrm>
          <a:prstGeom prst="bentConnector2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Verbindingslijn: gebogen 104">
            <a:extLst>
              <a:ext uri="{FF2B5EF4-FFF2-40B4-BE49-F238E27FC236}">
                <a16:creationId xmlns:a16="http://schemas.microsoft.com/office/drawing/2014/main" id="{AA4CFA35-06DF-8DCE-8288-358810975CC4}"/>
              </a:ext>
            </a:extLst>
          </p:cNvPr>
          <p:cNvCxnSpPr>
            <a:cxnSpLocks/>
            <a:stCxn id="104" idx="2"/>
            <a:endCxn id="47" idx="0"/>
          </p:cNvCxnSpPr>
          <p:nvPr/>
        </p:nvCxnSpPr>
        <p:spPr>
          <a:xfrm rot="5400000">
            <a:off x="10852340" y="700931"/>
            <a:ext cx="243167" cy="2241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Verbindingslijn: gebogen 108">
            <a:extLst>
              <a:ext uri="{FF2B5EF4-FFF2-40B4-BE49-F238E27FC236}">
                <a16:creationId xmlns:a16="http://schemas.microsoft.com/office/drawing/2014/main" id="{1465E629-3C18-655D-F32F-A410F7C98A27}"/>
              </a:ext>
            </a:extLst>
          </p:cNvPr>
          <p:cNvCxnSpPr>
            <a:cxnSpLocks/>
            <a:stCxn id="37" idx="3"/>
            <a:endCxn id="25" idx="1"/>
          </p:cNvCxnSpPr>
          <p:nvPr/>
        </p:nvCxnSpPr>
        <p:spPr>
          <a:xfrm>
            <a:off x="9117103" y="4049805"/>
            <a:ext cx="1380571" cy="672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Verbindingslijn: gebogen 112">
            <a:extLst>
              <a:ext uri="{FF2B5EF4-FFF2-40B4-BE49-F238E27FC236}">
                <a16:creationId xmlns:a16="http://schemas.microsoft.com/office/drawing/2014/main" id="{63700AAB-CF95-604D-9D2B-3B4970AD7E1A}"/>
              </a:ext>
            </a:extLst>
          </p:cNvPr>
          <p:cNvCxnSpPr>
            <a:cxnSpLocks/>
            <a:stCxn id="37" idx="3"/>
            <a:endCxn id="34" idx="1"/>
          </p:cNvCxnSpPr>
          <p:nvPr/>
        </p:nvCxnSpPr>
        <p:spPr>
          <a:xfrm flipV="1">
            <a:off x="9117103" y="3433482"/>
            <a:ext cx="1367123" cy="61632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Verbindingslijn: gebogen 115">
            <a:extLst>
              <a:ext uri="{FF2B5EF4-FFF2-40B4-BE49-F238E27FC236}">
                <a16:creationId xmlns:a16="http://schemas.microsoft.com/office/drawing/2014/main" id="{BFD9482A-E631-98CB-5A9A-18D94EF25D3C}"/>
              </a:ext>
            </a:extLst>
          </p:cNvPr>
          <p:cNvCxnSpPr>
            <a:cxnSpLocks/>
            <a:stCxn id="37" idx="3"/>
            <a:endCxn id="35" idx="1"/>
          </p:cNvCxnSpPr>
          <p:nvPr/>
        </p:nvCxnSpPr>
        <p:spPr>
          <a:xfrm flipV="1">
            <a:off x="9117103" y="2810434"/>
            <a:ext cx="1367123" cy="123937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Rechte verbindingslijn met pijl 121">
            <a:extLst>
              <a:ext uri="{FF2B5EF4-FFF2-40B4-BE49-F238E27FC236}">
                <a16:creationId xmlns:a16="http://schemas.microsoft.com/office/drawing/2014/main" id="{C19497A1-0710-227A-F9E0-A6D52814FB86}"/>
              </a:ext>
            </a:extLst>
          </p:cNvPr>
          <p:cNvCxnSpPr>
            <a:cxnSpLocks/>
            <a:stCxn id="127" idx="3"/>
            <a:endCxn id="47" idx="1"/>
          </p:cNvCxnSpPr>
          <p:nvPr/>
        </p:nvCxnSpPr>
        <p:spPr>
          <a:xfrm flipV="1">
            <a:off x="9123827" y="1114988"/>
            <a:ext cx="1360398" cy="2760005"/>
          </a:xfrm>
          <a:prstGeom prst="bentConnector3">
            <a:avLst>
              <a:gd name="adj1" fmla="val 39127"/>
            </a:avLst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Rechte verbindingslijn met pijl 121">
            <a:extLst>
              <a:ext uri="{FF2B5EF4-FFF2-40B4-BE49-F238E27FC236}">
                <a16:creationId xmlns:a16="http://schemas.microsoft.com/office/drawing/2014/main" id="{88DD4231-FF28-B0BD-0226-94F82B778001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 flipV="1">
            <a:off x="7951696" y="4049804"/>
            <a:ext cx="188254" cy="582709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B241543-3D30-AFAB-9E56-F5FA7C5DEC42}"/>
              </a:ext>
            </a:extLst>
          </p:cNvPr>
          <p:cNvGrpSpPr/>
          <p:nvPr/>
        </p:nvGrpSpPr>
        <p:grpSpPr>
          <a:xfrm>
            <a:off x="2505628" y="5887748"/>
            <a:ext cx="2047057" cy="246221"/>
            <a:chOff x="2505628" y="5887748"/>
            <a:chExt cx="2047057" cy="246221"/>
          </a:xfrm>
        </p:grpSpPr>
        <p:cxnSp>
          <p:nvCxnSpPr>
            <p:cNvPr id="15" name="Rechte verbindingslijn met pijl 16">
              <a:extLst>
                <a:ext uri="{FF2B5EF4-FFF2-40B4-BE49-F238E27FC236}">
                  <a16:creationId xmlns:a16="http://schemas.microsoft.com/office/drawing/2014/main" id="{A15A8E01-9CC2-F62F-10E8-6473AB43D210}"/>
                </a:ext>
              </a:extLst>
            </p:cNvPr>
            <p:cNvCxnSpPr>
              <a:cxnSpLocks/>
            </p:cNvCxnSpPr>
            <p:nvPr/>
          </p:nvCxnSpPr>
          <p:spPr>
            <a:xfrm>
              <a:off x="2505628" y="5997392"/>
              <a:ext cx="1114351" cy="0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E69BC24-B807-43BD-D335-2694E9BCE6E4}"/>
                </a:ext>
              </a:extLst>
            </p:cNvPr>
            <p:cNvSpPr txBox="1"/>
            <p:nvPr/>
          </p:nvSpPr>
          <p:spPr>
            <a:xfrm>
              <a:off x="3588960" y="5887748"/>
              <a:ext cx="9637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watches/uses</a:t>
              </a:r>
              <a:endParaRPr lang="en-BE" sz="1000" dirty="0"/>
            </a:p>
          </p:txBody>
        </p:sp>
      </p:grpSp>
      <p:cxnSp>
        <p:nvCxnSpPr>
          <p:cNvPr id="21" name="Rechte verbindingslijn met pijl 16">
            <a:extLst>
              <a:ext uri="{FF2B5EF4-FFF2-40B4-BE49-F238E27FC236}">
                <a16:creationId xmlns:a16="http://schemas.microsoft.com/office/drawing/2014/main" id="{E6931BF2-A938-1338-C910-5EAFCC102AFA}"/>
              </a:ext>
            </a:extLst>
          </p:cNvPr>
          <p:cNvCxnSpPr>
            <a:cxnSpLocks/>
          </p:cNvCxnSpPr>
          <p:nvPr/>
        </p:nvCxnSpPr>
        <p:spPr>
          <a:xfrm>
            <a:off x="2505628" y="6173698"/>
            <a:ext cx="1114351" cy="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28C075F-AA00-6332-D9DD-AA32245CC3A8}"/>
              </a:ext>
            </a:extLst>
          </p:cNvPr>
          <p:cNvSpPr txBox="1"/>
          <p:nvPr/>
        </p:nvSpPr>
        <p:spPr>
          <a:xfrm>
            <a:off x="3588960" y="6064054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Instantiates</a:t>
            </a:r>
            <a:endParaRPr lang="en-BE" sz="1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25ECFC7-AA7E-1CA5-35EF-C337923F3ABE}"/>
              </a:ext>
            </a:extLst>
          </p:cNvPr>
          <p:cNvGrpSpPr/>
          <p:nvPr/>
        </p:nvGrpSpPr>
        <p:grpSpPr>
          <a:xfrm>
            <a:off x="2505628" y="6240360"/>
            <a:ext cx="1704015" cy="246221"/>
            <a:chOff x="2510108" y="6248582"/>
            <a:chExt cx="1704015" cy="246221"/>
          </a:xfrm>
        </p:grpSpPr>
        <p:cxnSp>
          <p:nvCxnSpPr>
            <p:cNvPr id="27" name="Rechte verbindingslijn met pijl 16">
              <a:extLst>
                <a:ext uri="{FF2B5EF4-FFF2-40B4-BE49-F238E27FC236}">
                  <a16:creationId xmlns:a16="http://schemas.microsoft.com/office/drawing/2014/main" id="{7A611453-5DCF-067E-D196-A8A092B2824C}"/>
                </a:ext>
              </a:extLst>
            </p:cNvPr>
            <p:cNvCxnSpPr>
              <a:cxnSpLocks/>
            </p:cNvCxnSpPr>
            <p:nvPr/>
          </p:nvCxnSpPr>
          <p:spPr>
            <a:xfrm>
              <a:off x="2510108" y="6358226"/>
              <a:ext cx="1114351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8538C83-8A13-026F-CBC9-F2E205BFC962}"/>
                </a:ext>
              </a:extLst>
            </p:cNvPr>
            <p:cNvSpPr txBox="1"/>
            <p:nvPr/>
          </p:nvSpPr>
          <p:spPr>
            <a:xfrm>
              <a:off x="3593440" y="6248582"/>
              <a:ext cx="6206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deploys</a:t>
              </a:r>
              <a:endParaRPr lang="en-BE" sz="10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7538D3B-8D99-49C1-1A51-AB2E66A88411}"/>
              </a:ext>
            </a:extLst>
          </p:cNvPr>
          <p:cNvGrpSpPr/>
          <p:nvPr/>
        </p:nvGrpSpPr>
        <p:grpSpPr>
          <a:xfrm>
            <a:off x="2505628" y="6416666"/>
            <a:ext cx="2156062" cy="246221"/>
            <a:chOff x="2516831" y="6416666"/>
            <a:chExt cx="2156062" cy="246221"/>
          </a:xfrm>
        </p:grpSpPr>
        <p:cxnSp>
          <p:nvCxnSpPr>
            <p:cNvPr id="36" name="Rechte verbindingslijn met pijl 16">
              <a:extLst>
                <a:ext uri="{FF2B5EF4-FFF2-40B4-BE49-F238E27FC236}">
                  <a16:creationId xmlns:a16="http://schemas.microsoft.com/office/drawing/2014/main" id="{3131A2F2-C891-ABC3-5EBC-3C3B2960E3FF}"/>
                </a:ext>
              </a:extLst>
            </p:cNvPr>
            <p:cNvCxnSpPr>
              <a:cxnSpLocks/>
            </p:cNvCxnSpPr>
            <p:nvPr/>
          </p:nvCxnSpPr>
          <p:spPr>
            <a:xfrm>
              <a:off x="2516831" y="6526310"/>
              <a:ext cx="1114351" cy="0"/>
            </a:xfrm>
            <a:prstGeom prst="straightConnector1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4C75AED-F707-7C80-16BA-B232438EA9A1}"/>
                </a:ext>
              </a:extLst>
            </p:cNvPr>
            <p:cNvSpPr txBox="1"/>
            <p:nvPr/>
          </p:nvSpPr>
          <p:spPr>
            <a:xfrm>
              <a:off x="3600163" y="6416666"/>
              <a:ext cx="1072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User interaction</a:t>
              </a:r>
              <a:endParaRPr lang="en-BE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5911416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9c568a3-8637-42ee-a65c-3dcd5fe35721}" enabled="1" method="Standard" siteId="{e7ab81b2-1e84-4bf7-9dcb-b6fec01ed13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218</Words>
  <Application>Microsoft Office PowerPoint</Application>
  <PresentationFormat>Widescreen</PresentationFormat>
  <Paragraphs>107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Kantoorthema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Vermeir</dc:creator>
  <cp:lastModifiedBy>VERMEIR Joachim (ASP/MST)</cp:lastModifiedBy>
  <cp:revision>2</cp:revision>
  <dcterms:created xsi:type="dcterms:W3CDTF">2026-03-03T14:42:19Z</dcterms:created>
  <dcterms:modified xsi:type="dcterms:W3CDTF">2026-03-04T14:57:40Z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Kantoorthema:8</vt:lpwstr>
  </property>
  <property fmtid="{D5CDD505-2E9C-101B-9397-08002B2CF9AE}" pid="3" name="ClassificationContentMarkingFooterText">
    <vt:lpwstr>Confidential - Not for you? Notify the sender and delete. See more on https://www.proximus.com/confidentiality</vt:lpwstr>
  </property>
</Properties>
</file>