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nl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54897A5-2802-4650-9542-B39829BD7963}" v="17" dt="2026-03-03T15:39:30.86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4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75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achim Vermeir" userId="061719f51a8e66c6" providerId="LiveId" clId="{8D4907EF-9F08-4B4D-A390-0466349307D8}"/>
    <pc:docChg chg="undo custSel modSld">
      <pc:chgData name="Joachim Vermeir" userId="061719f51a8e66c6" providerId="LiveId" clId="{8D4907EF-9F08-4B4D-A390-0466349307D8}" dt="2026-03-03T15:39:43.457" v="152" actId="14100"/>
      <pc:docMkLst>
        <pc:docMk/>
      </pc:docMkLst>
      <pc:sldChg chg="addSp delSp modSp mod">
        <pc:chgData name="Joachim Vermeir" userId="061719f51a8e66c6" providerId="LiveId" clId="{8D4907EF-9F08-4B4D-A390-0466349307D8}" dt="2026-03-03T15:39:43.457" v="152" actId="14100"/>
        <pc:sldMkLst>
          <pc:docMk/>
          <pc:sldMk cId="3050071120" sldId="256"/>
        </pc:sldMkLst>
        <pc:spChg chg="mod">
          <ac:chgData name="Joachim Vermeir" userId="061719f51a8e66c6" providerId="LiveId" clId="{8D4907EF-9F08-4B4D-A390-0466349307D8}" dt="2026-03-03T15:28:45.184" v="17" actId="1076"/>
          <ac:spMkLst>
            <pc:docMk/>
            <pc:sldMk cId="3050071120" sldId="256"/>
            <ac:spMk id="7" creationId="{9D172ECB-EA9A-8F99-F69D-D2ADE31E33ED}"/>
          </ac:spMkLst>
        </pc:spChg>
        <pc:spChg chg="mod">
          <ac:chgData name="Joachim Vermeir" userId="061719f51a8e66c6" providerId="LiveId" clId="{8D4907EF-9F08-4B4D-A390-0466349307D8}" dt="2026-03-03T15:27:43.459" v="4" actId="1076"/>
          <ac:spMkLst>
            <pc:docMk/>
            <pc:sldMk cId="3050071120" sldId="256"/>
            <ac:spMk id="20" creationId="{CAD2031D-256E-0AA1-BF72-322EC0F874E7}"/>
          </ac:spMkLst>
        </pc:spChg>
        <pc:spChg chg="mod">
          <ac:chgData name="Joachim Vermeir" userId="061719f51a8e66c6" providerId="LiveId" clId="{8D4907EF-9F08-4B4D-A390-0466349307D8}" dt="2026-03-03T15:39:12.207" v="141" actId="208"/>
          <ac:spMkLst>
            <pc:docMk/>
            <pc:sldMk cId="3050071120" sldId="256"/>
            <ac:spMk id="24" creationId="{052714EE-5255-4DE2-B334-0DAF0173AE93}"/>
          </ac:spMkLst>
        </pc:spChg>
        <pc:spChg chg="mod">
          <ac:chgData name="Joachim Vermeir" userId="061719f51a8e66c6" providerId="LiveId" clId="{8D4907EF-9F08-4B4D-A390-0466349307D8}" dt="2026-03-03T15:39:23.582" v="147" actId="1037"/>
          <ac:spMkLst>
            <pc:docMk/>
            <pc:sldMk cId="3050071120" sldId="256"/>
            <ac:spMk id="31" creationId="{7E236D1D-10DF-D873-D146-F60184840600}"/>
          </ac:spMkLst>
        </pc:spChg>
        <pc:spChg chg="mod">
          <ac:chgData name="Joachim Vermeir" userId="061719f51a8e66c6" providerId="LiveId" clId="{8D4907EF-9F08-4B4D-A390-0466349307D8}" dt="2026-03-03T15:39:23.582" v="147" actId="1037"/>
          <ac:spMkLst>
            <pc:docMk/>
            <pc:sldMk cId="3050071120" sldId="256"/>
            <ac:spMk id="32" creationId="{57BBF742-4AF9-11FB-8CB6-E7687F8F7D5F}"/>
          </ac:spMkLst>
        </pc:spChg>
        <pc:spChg chg="mod">
          <ac:chgData name="Joachim Vermeir" userId="061719f51a8e66c6" providerId="LiveId" clId="{8D4907EF-9F08-4B4D-A390-0466349307D8}" dt="2026-03-03T15:39:23.582" v="147" actId="1037"/>
          <ac:spMkLst>
            <pc:docMk/>
            <pc:sldMk cId="3050071120" sldId="256"/>
            <ac:spMk id="33" creationId="{D242B79E-D5FA-D5C6-E945-9EF417D5C080}"/>
          </ac:spMkLst>
        </pc:spChg>
        <pc:spChg chg="mod">
          <ac:chgData name="Joachim Vermeir" userId="061719f51a8e66c6" providerId="LiveId" clId="{8D4907EF-9F08-4B4D-A390-0466349307D8}" dt="2026-03-03T15:39:23.582" v="147" actId="1037"/>
          <ac:spMkLst>
            <pc:docMk/>
            <pc:sldMk cId="3050071120" sldId="256"/>
            <ac:spMk id="37" creationId="{DDE7A69A-FCA3-37B9-F57C-0C91F427E329}"/>
          </ac:spMkLst>
        </pc:spChg>
        <pc:spChg chg="mod">
          <ac:chgData name="Joachim Vermeir" userId="061719f51a8e66c6" providerId="LiveId" clId="{8D4907EF-9F08-4B4D-A390-0466349307D8}" dt="2026-03-03T15:39:23.582" v="147" actId="1037"/>
          <ac:spMkLst>
            <pc:docMk/>
            <pc:sldMk cId="3050071120" sldId="256"/>
            <ac:spMk id="38" creationId="{2B09DCE7-B186-ED1A-581B-6A7AC7CDC168}"/>
          </ac:spMkLst>
        </pc:spChg>
        <pc:spChg chg="mod">
          <ac:chgData name="Joachim Vermeir" userId="061719f51a8e66c6" providerId="LiveId" clId="{8D4907EF-9F08-4B4D-A390-0466349307D8}" dt="2026-03-03T15:39:23.582" v="147" actId="1037"/>
          <ac:spMkLst>
            <pc:docMk/>
            <pc:sldMk cId="3050071120" sldId="256"/>
            <ac:spMk id="39" creationId="{DB35D8C7-4CFD-E109-D8DD-1642AB66F355}"/>
          </ac:spMkLst>
        </pc:spChg>
        <pc:spChg chg="del">
          <ac:chgData name="Joachim Vermeir" userId="061719f51a8e66c6" providerId="LiveId" clId="{8D4907EF-9F08-4B4D-A390-0466349307D8}" dt="2026-03-03T15:28:40.292" v="14" actId="478"/>
          <ac:spMkLst>
            <pc:docMk/>
            <pc:sldMk cId="3050071120" sldId="256"/>
            <ac:spMk id="49" creationId="{8DBF7BE3-87E1-7D92-E8A5-D8158CA57534}"/>
          </ac:spMkLst>
        </pc:spChg>
        <pc:spChg chg="del">
          <ac:chgData name="Joachim Vermeir" userId="061719f51a8e66c6" providerId="LiveId" clId="{8D4907EF-9F08-4B4D-A390-0466349307D8}" dt="2026-03-03T15:28:40.292" v="14" actId="478"/>
          <ac:spMkLst>
            <pc:docMk/>
            <pc:sldMk cId="3050071120" sldId="256"/>
            <ac:spMk id="50" creationId="{F8F8AF4A-FF9E-FF50-76A7-7E7EDB4C6B78}"/>
          </ac:spMkLst>
        </pc:spChg>
        <pc:spChg chg="del">
          <ac:chgData name="Joachim Vermeir" userId="061719f51a8e66c6" providerId="LiveId" clId="{8D4907EF-9F08-4B4D-A390-0466349307D8}" dt="2026-03-03T15:28:40.292" v="14" actId="478"/>
          <ac:spMkLst>
            <pc:docMk/>
            <pc:sldMk cId="3050071120" sldId="256"/>
            <ac:spMk id="51" creationId="{8B155D1D-C906-C99F-ED29-9030E3BB6E04}"/>
          </ac:spMkLst>
        </pc:spChg>
        <pc:spChg chg="mod">
          <ac:chgData name="Joachim Vermeir" userId="061719f51a8e66c6" providerId="LiveId" clId="{8D4907EF-9F08-4B4D-A390-0466349307D8}" dt="2026-03-03T15:27:50.372" v="5" actId="20577"/>
          <ac:spMkLst>
            <pc:docMk/>
            <pc:sldMk cId="3050071120" sldId="256"/>
            <ac:spMk id="53" creationId="{8C581652-A55D-CA0D-6EE0-2D500C7322FB}"/>
          </ac:spMkLst>
        </pc:spChg>
        <pc:spChg chg="add ord">
          <ac:chgData name="Joachim Vermeir" userId="061719f51a8e66c6" providerId="LiveId" clId="{8D4907EF-9F08-4B4D-A390-0466349307D8}" dt="2026-03-03T15:28:21.466" v="10" actId="167"/>
          <ac:spMkLst>
            <pc:docMk/>
            <pc:sldMk cId="3050071120" sldId="256"/>
            <ac:spMk id="79" creationId="{42370534-EFA7-55B9-1590-3C081E385E71}"/>
          </ac:spMkLst>
        </pc:spChg>
        <pc:spChg chg="add mod">
          <ac:chgData name="Joachim Vermeir" userId="061719f51a8e66c6" providerId="LiveId" clId="{8D4907EF-9F08-4B4D-A390-0466349307D8}" dt="2026-03-03T15:28:42.571" v="15"/>
          <ac:spMkLst>
            <pc:docMk/>
            <pc:sldMk cId="3050071120" sldId="256"/>
            <ac:spMk id="83" creationId="{EF50FE5F-CB42-B0EE-C4DE-098A8DFA6CCC}"/>
          </ac:spMkLst>
        </pc:spChg>
        <pc:spChg chg="add mod">
          <ac:chgData name="Joachim Vermeir" userId="061719f51a8e66c6" providerId="LiveId" clId="{8D4907EF-9F08-4B4D-A390-0466349307D8}" dt="2026-03-03T15:28:42.571" v="15"/>
          <ac:spMkLst>
            <pc:docMk/>
            <pc:sldMk cId="3050071120" sldId="256"/>
            <ac:spMk id="84" creationId="{442AFC64-6C4C-3768-CCB9-C425CC2075C0}"/>
          </ac:spMkLst>
        </pc:spChg>
        <pc:spChg chg="add mod">
          <ac:chgData name="Joachim Vermeir" userId="061719f51a8e66c6" providerId="LiveId" clId="{8D4907EF-9F08-4B4D-A390-0466349307D8}" dt="2026-03-03T15:28:42.571" v="15"/>
          <ac:spMkLst>
            <pc:docMk/>
            <pc:sldMk cId="3050071120" sldId="256"/>
            <ac:spMk id="85" creationId="{DD88E94E-218C-CD31-64B3-6C70A6B535BE}"/>
          </ac:spMkLst>
        </pc:spChg>
        <pc:spChg chg="add mod">
          <ac:chgData name="Joachim Vermeir" userId="061719f51a8e66c6" providerId="LiveId" clId="{8D4907EF-9F08-4B4D-A390-0466349307D8}" dt="2026-03-03T15:28:58.829" v="23" actId="1037"/>
          <ac:spMkLst>
            <pc:docMk/>
            <pc:sldMk cId="3050071120" sldId="256"/>
            <ac:spMk id="87" creationId="{D8C09A24-1FDA-7338-396D-2A30B3DB3848}"/>
          </ac:spMkLst>
        </pc:spChg>
        <pc:spChg chg="add mod">
          <ac:chgData name="Joachim Vermeir" userId="061719f51a8e66c6" providerId="LiveId" clId="{8D4907EF-9F08-4B4D-A390-0466349307D8}" dt="2026-03-03T15:28:58.829" v="23" actId="1037"/>
          <ac:spMkLst>
            <pc:docMk/>
            <pc:sldMk cId="3050071120" sldId="256"/>
            <ac:spMk id="88" creationId="{C0B901F1-A017-3E6B-1F16-D319D0311A5B}"/>
          </ac:spMkLst>
        </pc:spChg>
        <pc:spChg chg="add mod">
          <ac:chgData name="Joachim Vermeir" userId="061719f51a8e66c6" providerId="LiveId" clId="{8D4907EF-9F08-4B4D-A390-0466349307D8}" dt="2026-03-03T15:28:58.829" v="23" actId="1037"/>
          <ac:spMkLst>
            <pc:docMk/>
            <pc:sldMk cId="3050071120" sldId="256"/>
            <ac:spMk id="89" creationId="{ECFDF3E8-5CEC-AB4D-0674-D11E6D15CA7A}"/>
          </ac:spMkLst>
        </pc:spChg>
        <pc:spChg chg="add del mod ord">
          <ac:chgData name="Joachim Vermeir" userId="061719f51a8e66c6" providerId="LiveId" clId="{8D4907EF-9F08-4B4D-A390-0466349307D8}" dt="2026-03-03T15:32:31.549" v="95" actId="478"/>
          <ac:spMkLst>
            <pc:docMk/>
            <pc:sldMk cId="3050071120" sldId="256"/>
            <ac:spMk id="95" creationId="{D6C64973-BBB0-A951-5860-F47F552A4B8A}"/>
          </ac:spMkLst>
        </pc:spChg>
        <pc:spChg chg="add mod ord">
          <ac:chgData name="Joachim Vermeir" userId="061719f51a8e66c6" providerId="LiveId" clId="{8D4907EF-9F08-4B4D-A390-0466349307D8}" dt="2026-03-03T15:30:21.921" v="48" actId="167"/>
          <ac:spMkLst>
            <pc:docMk/>
            <pc:sldMk cId="3050071120" sldId="256"/>
            <ac:spMk id="98" creationId="{2EE2CBB9-770C-9D66-C0FB-1DF537FEACAC}"/>
          </ac:spMkLst>
        </pc:spChg>
        <pc:spChg chg="add mod ord">
          <ac:chgData name="Joachim Vermeir" userId="061719f51a8e66c6" providerId="LiveId" clId="{8D4907EF-9F08-4B4D-A390-0466349307D8}" dt="2026-03-03T15:33:27.126" v="132" actId="1037"/>
          <ac:spMkLst>
            <pc:docMk/>
            <pc:sldMk cId="3050071120" sldId="256"/>
            <ac:spMk id="104" creationId="{30F8EDAA-B660-6473-96E0-670660D61573}"/>
          </ac:spMkLst>
        </pc:spChg>
        <pc:spChg chg="add del mod">
          <ac:chgData name="Joachim Vermeir" userId="061719f51a8e66c6" providerId="LiveId" clId="{8D4907EF-9F08-4B4D-A390-0466349307D8}" dt="2026-03-03T15:32:54.244" v="99" actId="478"/>
          <ac:spMkLst>
            <pc:docMk/>
            <pc:sldMk cId="3050071120" sldId="256"/>
            <ac:spMk id="110" creationId="{E2B04002-664E-03F6-374A-C3164ECB02FF}"/>
          </ac:spMkLst>
        </pc:spChg>
        <pc:spChg chg="add mod ord">
          <ac:chgData name="Joachim Vermeir" userId="061719f51a8e66c6" providerId="LiveId" clId="{8D4907EF-9F08-4B4D-A390-0466349307D8}" dt="2026-03-03T15:39:23.582" v="147" actId="1037"/>
          <ac:spMkLst>
            <pc:docMk/>
            <pc:sldMk cId="3050071120" sldId="256"/>
            <ac:spMk id="127" creationId="{759B416F-9364-B481-07C8-62F1C297FC15}"/>
          </ac:spMkLst>
        </pc:spChg>
        <pc:cxnChg chg="mod">
          <ac:chgData name="Joachim Vermeir" userId="061719f51a8e66c6" providerId="LiveId" clId="{8D4907EF-9F08-4B4D-A390-0466349307D8}" dt="2026-03-03T15:33:52.862" v="133" actId="693"/>
          <ac:cxnSpMkLst>
            <pc:docMk/>
            <pc:sldMk cId="3050071120" sldId="256"/>
            <ac:cxnSpMk id="17" creationId="{F945DAEE-436E-8677-3DDF-DDDF593B3829}"/>
          </ac:cxnSpMkLst>
        </pc:cxnChg>
        <pc:cxnChg chg="mod">
          <ac:chgData name="Joachim Vermeir" userId="061719f51a8e66c6" providerId="LiveId" clId="{8D4907EF-9F08-4B4D-A390-0466349307D8}" dt="2026-03-03T15:33:52.862" v="133" actId="693"/>
          <ac:cxnSpMkLst>
            <pc:docMk/>
            <pc:sldMk cId="3050071120" sldId="256"/>
            <ac:cxnSpMk id="19" creationId="{53F81AD1-17FE-A4F9-C6F8-31632EDD25D5}"/>
          </ac:cxnSpMkLst>
        </pc:cxnChg>
        <pc:cxnChg chg="mod">
          <ac:chgData name="Joachim Vermeir" userId="061719f51a8e66c6" providerId="LiveId" clId="{8D4907EF-9F08-4B4D-A390-0466349307D8}" dt="2026-03-03T15:27:43.459" v="4" actId="1076"/>
          <ac:cxnSpMkLst>
            <pc:docMk/>
            <pc:sldMk cId="3050071120" sldId="256"/>
            <ac:cxnSpMk id="22" creationId="{8EA8BB3C-A91C-996B-8498-8E1DFF227D5D}"/>
          </ac:cxnSpMkLst>
        </pc:cxnChg>
        <pc:cxnChg chg="mod">
          <ac:chgData name="Joachim Vermeir" userId="061719f51a8e66c6" providerId="LiveId" clId="{8D4907EF-9F08-4B4D-A390-0466349307D8}" dt="2026-03-03T15:28:45.184" v="17" actId="1076"/>
          <ac:cxnSpMkLst>
            <pc:docMk/>
            <pc:sldMk cId="3050071120" sldId="256"/>
            <ac:cxnSpMk id="55" creationId="{96C5A21F-4408-88C1-522E-CCFC93586E8A}"/>
          </ac:cxnSpMkLst>
        </pc:cxnChg>
        <pc:cxnChg chg="mod">
          <ac:chgData name="Joachim Vermeir" userId="061719f51a8e66c6" providerId="LiveId" clId="{8D4907EF-9F08-4B4D-A390-0466349307D8}" dt="2026-03-03T15:29:05.166" v="25" actId="14100"/>
          <ac:cxnSpMkLst>
            <pc:docMk/>
            <pc:sldMk cId="3050071120" sldId="256"/>
            <ac:cxnSpMk id="59" creationId="{B8FB9838-D022-3715-4098-E00848B63CF0}"/>
          </ac:cxnSpMkLst>
        </pc:cxnChg>
        <pc:cxnChg chg="add mod">
          <ac:chgData name="Joachim Vermeir" userId="061719f51a8e66c6" providerId="LiveId" clId="{8D4907EF-9F08-4B4D-A390-0466349307D8}" dt="2026-03-03T15:32:37.624" v="97" actId="14100"/>
          <ac:cxnSpMkLst>
            <pc:docMk/>
            <pc:sldMk cId="3050071120" sldId="256"/>
            <ac:cxnSpMk id="92" creationId="{63A10A37-E370-4ACD-D564-E4B5F34F4A15}"/>
          </ac:cxnSpMkLst>
        </pc:cxnChg>
        <pc:cxnChg chg="add mod">
          <ac:chgData name="Joachim Vermeir" userId="061719f51a8e66c6" providerId="LiveId" clId="{8D4907EF-9F08-4B4D-A390-0466349307D8}" dt="2026-03-03T15:29:51.362" v="39" actId="1076"/>
          <ac:cxnSpMkLst>
            <pc:docMk/>
            <pc:sldMk cId="3050071120" sldId="256"/>
            <ac:cxnSpMk id="99" creationId="{2102B3E8-74B2-F731-9F30-A615C4B488CC}"/>
          </ac:cxnSpMkLst>
        </pc:cxnChg>
        <pc:cxnChg chg="add mod">
          <ac:chgData name="Joachim Vermeir" userId="061719f51a8e66c6" providerId="LiveId" clId="{8D4907EF-9F08-4B4D-A390-0466349307D8}" dt="2026-03-03T15:29:58.986" v="41"/>
          <ac:cxnSpMkLst>
            <pc:docMk/>
            <pc:sldMk cId="3050071120" sldId="256"/>
            <ac:cxnSpMk id="103" creationId="{ED104572-75A1-821E-498D-B16E644769E3}"/>
          </ac:cxnSpMkLst>
        </pc:cxnChg>
        <pc:cxnChg chg="add mod">
          <ac:chgData name="Joachim Vermeir" userId="061719f51a8e66c6" providerId="LiveId" clId="{8D4907EF-9F08-4B4D-A390-0466349307D8}" dt="2026-03-03T15:33:27.126" v="132" actId="1037"/>
          <ac:cxnSpMkLst>
            <pc:docMk/>
            <pc:sldMk cId="3050071120" sldId="256"/>
            <ac:cxnSpMk id="105" creationId="{89206E24-DA77-14CF-C793-762E8326C73C}"/>
          </ac:cxnSpMkLst>
        </pc:cxnChg>
        <pc:cxnChg chg="add mod">
          <ac:chgData name="Joachim Vermeir" userId="061719f51a8e66c6" providerId="LiveId" clId="{8D4907EF-9F08-4B4D-A390-0466349307D8}" dt="2026-03-03T15:31:59.050" v="51" actId="14100"/>
          <ac:cxnSpMkLst>
            <pc:docMk/>
            <pc:sldMk cId="3050071120" sldId="256"/>
            <ac:cxnSpMk id="109" creationId="{67049EA9-8E22-6A32-7BC3-BFB02F52758B}"/>
          </ac:cxnSpMkLst>
        </pc:cxnChg>
        <pc:cxnChg chg="add mod">
          <ac:chgData name="Joachim Vermeir" userId="061719f51a8e66c6" providerId="LiveId" clId="{8D4907EF-9F08-4B4D-A390-0466349307D8}" dt="2026-03-03T15:39:23.582" v="147" actId="1037"/>
          <ac:cxnSpMkLst>
            <pc:docMk/>
            <pc:sldMk cId="3050071120" sldId="256"/>
            <ac:cxnSpMk id="113" creationId="{D4D20CB5-A692-78CE-523F-9A2FC050F135}"/>
          </ac:cxnSpMkLst>
        </pc:cxnChg>
        <pc:cxnChg chg="add mod">
          <ac:chgData name="Joachim Vermeir" userId="061719f51a8e66c6" providerId="LiveId" clId="{8D4907EF-9F08-4B4D-A390-0466349307D8}" dt="2026-03-03T15:39:23.582" v="147" actId="1037"/>
          <ac:cxnSpMkLst>
            <pc:docMk/>
            <pc:sldMk cId="3050071120" sldId="256"/>
            <ac:cxnSpMk id="116" creationId="{98CB46C8-0E31-E705-BEBE-9319D7C5E4EB}"/>
          </ac:cxnSpMkLst>
        </pc:cxnChg>
        <pc:cxnChg chg="add mod">
          <ac:chgData name="Joachim Vermeir" userId="061719f51a8e66c6" providerId="LiveId" clId="{8D4907EF-9F08-4B4D-A390-0466349307D8}" dt="2026-03-03T15:39:28.708" v="148" actId="14100"/>
          <ac:cxnSpMkLst>
            <pc:docMk/>
            <pc:sldMk cId="3050071120" sldId="256"/>
            <ac:cxnSpMk id="122" creationId="{3A566718-B3BA-33C5-56D3-C56A9848935A}"/>
          </ac:cxnSpMkLst>
        </pc:cxnChg>
        <pc:cxnChg chg="add mod">
          <ac:chgData name="Joachim Vermeir" userId="061719f51a8e66c6" providerId="LiveId" clId="{8D4907EF-9F08-4B4D-A390-0466349307D8}" dt="2026-03-03T15:39:43.457" v="152" actId="14100"/>
          <ac:cxnSpMkLst>
            <pc:docMk/>
            <pc:sldMk cId="3050071120" sldId="256"/>
            <ac:cxnSpMk id="132" creationId="{F4E2A5E3-1CFD-2EE3-A3E5-E1668A3CFFA4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6980057-682E-DE11-E265-8FEB93F39C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36782416-FE97-3764-4E17-A1752AFDD6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20B3658-C3DA-FFB4-4EF5-0C24C255F2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564D91-3CCF-4570-A59C-176B3E6C7360}" type="datetimeFigureOut">
              <a:rPr lang="nl-BE" smtClean="0"/>
              <a:t>3/03/2026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1AFA8D27-A96E-8C4F-BBFC-EFE6404D05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617F3174-7C43-09B5-4006-490A571725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B40F8A-E2B3-41C6-A5B0-6D4B82B8355E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757142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0ED7F3B-86F3-6E96-4E12-D5792FBAC8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CC7C079A-BA9C-D1A7-1B53-504E7D47AD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886B325E-7FFB-8D2D-DA5C-102C6E9A83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564D91-3CCF-4570-A59C-176B3E6C7360}" type="datetimeFigureOut">
              <a:rPr lang="nl-BE" smtClean="0"/>
              <a:t>3/03/2026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1C77860-4EC8-1006-7019-7BA1A24D08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FD1CA2A6-2B53-0443-B232-9E24D09CE4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B40F8A-E2B3-41C6-A5B0-6D4B82B8355E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621368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AD7CDAD-7D11-326B-D2DC-6DACA61DE4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8002C61D-4668-0C1A-4055-5A70D05339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69E4898-55EF-F472-7DD9-2BCB99621E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564D91-3CCF-4570-A59C-176B3E6C7360}" type="datetimeFigureOut">
              <a:rPr lang="nl-BE" smtClean="0"/>
              <a:t>3/03/2026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34CB18AC-EA41-E41C-BB70-3CFCEE8833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BA3C53DC-CCE5-CF7E-6FF5-37791D741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B40F8A-E2B3-41C6-A5B0-6D4B82B8355E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562434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D8D79C9-537B-C748-A609-4FEECB21E1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6238C67C-17E1-CF32-3FD7-5D52ADF9B1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7BD078D1-0613-E544-C0F1-EB6C1442B5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018DE515-6AEC-CF7C-A582-AA1CA5FC6C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564D91-3CCF-4570-A59C-176B3E6C7360}" type="datetimeFigureOut">
              <a:rPr lang="nl-BE" smtClean="0"/>
              <a:t>3/03/2026</a:t>
            </a:fld>
            <a:endParaRPr lang="nl-BE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EDE66F6B-A0F7-DBF7-DC54-1513725E57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47E84FF6-803E-53E4-A607-251B9B8D0F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B40F8A-E2B3-41C6-A5B0-6D4B82B8355E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168676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04EAEF4-3701-6A9E-6E01-B9D64667EA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A1D2C717-9FE5-E32B-B717-A809E13193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5ED02B75-DD4E-3CA5-CF74-7180472E85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DD040411-1A44-0184-4355-A0F839852C6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0FE6275C-A4E2-73F3-DD57-C68B1E8CA53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5A3635B7-25D9-3E66-C549-980884265C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564D91-3CCF-4570-A59C-176B3E6C7360}" type="datetimeFigureOut">
              <a:rPr lang="nl-BE" smtClean="0"/>
              <a:t>3/03/2026</a:t>
            </a:fld>
            <a:endParaRPr lang="nl-BE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F42BCD31-7ED4-03F4-AE34-5EC140388B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403FEA62-1664-60E4-BE68-A087ECDFBF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B40F8A-E2B3-41C6-A5B0-6D4B82B8355E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9245705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BF26B28-3D62-0590-C3E8-865C5A41B3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15BD751F-F4C0-99A4-BA3B-42FEC2BDDB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564D91-3CCF-4570-A59C-176B3E6C7360}" type="datetimeFigureOut">
              <a:rPr lang="nl-BE" smtClean="0"/>
              <a:t>3/03/2026</a:t>
            </a:fld>
            <a:endParaRPr lang="nl-BE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696E0719-8D79-D673-3393-D153530063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C38BE9AE-1549-BF64-8FFB-932CCF6F30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B40F8A-E2B3-41C6-A5B0-6D4B82B8355E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640065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32110ED8-6B99-58BB-21B7-F94A7EF1D4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564D91-3CCF-4570-A59C-176B3E6C7360}" type="datetimeFigureOut">
              <a:rPr lang="nl-BE" smtClean="0"/>
              <a:t>3/03/2026</a:t>
            </a:fld>
            <a:endParaRPr lang="nl-BE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52A74282-E488-3FA6-7663-BFA5BBD19C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7244CAAC-9CEE-CBD8-DCC3-F0113D32EE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B40F8A-E2B3-41C6-A5B0-6D4B82B8355E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996723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D96CE1E-06A3-5A60-AA2E-144DC050AC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7581FBD9-3CD2-00C4-41FA-A4ED0BF31D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FC107A4A-9DD8-6D22-255E-1B9742C587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B0827B58-D099-095A-8012-9335ED6D8A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564D91-3CCF-4570-A59C-176B3E6C7360}" type="datetimeFigureOut">
              <a:rPr lang="nl-BE" smtClean="0"/>
              <a:t>3/03/2026</a:t>
            </a:fld>
            <a:endParaRPr lang="nl-BE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4EE8429D-221D-0D04-666F-E4FEF895F8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F304B3C3-F200-9625-C8DE-48D78D04FC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B40F8A-E2B3-41C6-A5B0-6D4B82B8355E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3643996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505553A-630A-4E61-42B1-CE67500362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4ACCE3B0-5C20-D333-36BD-5D6244ED046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BE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CD861FD1-1891-A396-D410-117F3D2A215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C0863880-A64A-4E2E-D43B-38B671D316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564D91-3CCF-4570-A59C-176B3E6C7360}" type="datetimeFigureOut">
              <a:rPr lang="nl-BE" smtClean="0"/>
              <a:t>3/03/2026</a:t>
            </a:fld>
            <a:endParaRPr lang="nl-BE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B40B48C5-A004-8364-2648-D0499DB63F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8F2495E2-F1AF-4AF2-5EE4-ACADAC5944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B40F8A-E2B3-41C6-A5B0-6D4B82B8355E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952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4592D9A-E9A5-E348-C896-273C4FC293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C7E02642-9F21-B5DB-BB50-279D62DA72A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BD964207-E549-EB0C-6825-8E5D72D104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564D91-3CCF-4570-A59C-176B3E6C7360}" type="datetimeFigureOut">
              <a:rPr lang="nl-BE" smtClean="0"/>
              <a:t>3/03/2026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160DADD-2F84-DB56-FD5E-D0693AC541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A31B8E6E-1C97-24D9-9E0E-D00376CFA9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B40F8A-E2B3-41C6-A5B0-6D4B82B8355E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669615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>
            <a:extLst>
              <a:ext uri="{FF2B5EF4-FFF2-40B4-BE49-F238E27FC236}">
                <a16:creationId xmlns:a16="http://schemas.microsoft.com/office/drawing/2014/main" id="{3F4FFC6C-BBD2-C0CE-FE55-828A8070D8F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59A3798C-0A86-2090-C633-BA768FC778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7908C610-6E13-E15A-49C2-AD02822CA5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564D91-3CCF-4570-A59C-176B3E6C7360}" type="datetimeFigureOut">
              <a:rPr lang="nl-BE" smtClean="0"/>
              <a:t>3/03/2026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6634E83E-96DF-C56D-1FC5-F483FB8409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16D2CD70-E6FD-3D93-0688-053E7E5739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B40F8A-E2B3-41C6-A5B0-6D4B82B8355E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459085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D89A554D-B216-1257-B80F-CB59BB82FF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6447A497-E8E6-8E61-79D4-D5F5A5A9CC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83EF7485-9D9A-18E6-A6B1-D74EA454BF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4564D91-3CCF-4570-A59C-176B3E6C7360}" type="datetimeFigureOut">
              <a:rPr lang="nl-BE" smtClean="0"/>
              <a:t>3/03/2026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B98A795-0C69-ACAD-1A5B-E3AA6AAD5C2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1F445E84-CB1A-A54C-98AA-A26DDC29F2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FB40F8A-E2B3-41C6-A5B0-6D4B82B8355E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503978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Rechthoek 126">
            <a:extLst>
              <a:ext uri="{FF2B5EF4-FFF2-40B4-BE49-F238E27FC236}">
                <a16:creationId xmlns:a16="http://schemas.microsoft.com/office/drawing/2014/main" id="{759B416F-9364-B481-07C8-62F1C297FC15}"/>
              </a:ext>
            </a:extLst>
          </p:cNvPr>
          <p:cNvSpPr/>
          <p:nvPr/>
        </p:nvSpPr>
        <p:spPr>
          <a:xfrm>
            <a:off x="9330019" y="3771897"/>
            <a:ext cx="251010" cy="20619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98" name="Rechthoek 97">
            <a:extLst>
              <a:ext uri="{FF2B5EF4-FFF2-40B4-BE49-F238E27FC236}">
                <a16:creationId xmlns:a16="http://schemas.microsoft.com/office/drawing/2014/main" id="{2EE2CBB9-770C-9D66-C0FB-1DF537FEACAC}"/>
              </a:ext>
            </a:extLst>
          </p:cNvPr>
          <p:cNvSpPr/>
          <p:nvPr/>
        </p:nvSpPr>
        <p:spPr>
          <a:xfrm>
            <a:off x="8032378" y="374276"/>
            <a:ext cx="251010" cy="20619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104" name="Rechthoek 103">
            <a:extLst>
              <a:ext uri="{FF2B5EF4-FFF2-40B4-BE49-F238E27FC236}">
                <a16:creationId xmlns:a16="http://schemas.microsoft.com/office/drawing/2014/main" id="{30F8EDAA-B660-6473-96E0-670660D61573}"/>
              </a:ext>
            </a:extLst>
          </p:cNvPr>
          <p:cNvSpPr/>
          <p:nvPr/>
        </p:nvSpPr>
        <p:spPr>
          <a:xfrm>
            <a:off x="10849538" y="374276"/>
            <a:ext cx="251010" cy="20619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79" name="Rechthoek 78">
            <a:extLst>
              <a:ext uri="{FF2B5EF4-FFF2-40B4-BE49-F238E27FC236}">
                <a16:creationId xmlns:a16="http://schemas.microsoft.com/office/drawing/2014/main" id="{42370534-EFA7-55B9-1590-3C081E385E71}"/>
              </a:ext>
            </a:extLst>
          </p:cNvPr>
          <p:cNvSpPr/>
          <p:nvPr/>
        </p:nvSpPr>
        <p:spPr>
          <a:xfrm>
            <a:off x="2043953" y="374277"/>
            <a:ext cx="251010" cy="20619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4" name="Rechthoek: afgeronde hoeken 3">
            <a:extLst>
              <a:ext uri="{FF2B5EF4-FFF2-40B4-BE49-F238E27FC236}">
                <a16:creationId xmlns:a16="http://schemas.microsoft.com/office/drawing/2014/main" id="{9BE31FCD-8C48-A5DC-EE94-25E63D7FC4CC}"/>
              </a:ext>
            </a:extLst>
          </p:cNvPr>
          <p:cNvSpPr/>
          <p:nvPr/>
        </p:nvSpPr>
        <p:spPr>
          <a:xfrm>
            <a:off x="2294963" y="1766050"/>
            <a:ext cx="1649506" cy="2770094"/>
          </a:xfrm>
          <a:custGeom>
            <a:avLst/>
            <a:gdLst>
              <a:gd name="csX0" fmla="*/ 0 w 1649506"/>
              <a:gd name="csY0" fmla="*/ 274923 h 2770094"/>
              <a:gd name="csX1" fmla="*/ 274923 w 1649506"/>
              <a:gd name="csY1" fmla="*/ 0 h 2770094"/>
              <a:gd name="csX2" fmla="*/ 824753 w 1649506"/>
              <a:gd name="csY2" fmla="*/ 0 h 2770094"/>
              <a:gd name="csX3" fmla="*/ 1374583 w 1649506"/>
              <a:gd name="csY3" fmla="*/ 0 h 2770094"/>
              <a:gd name="csX4" fmla="*/ 1649506 w 1649506"/>
              <a:gd name="csY4" fmla="*/ 274923 h 2770094"/>
              <a:gd name="csX5" fmla="*/ 1649506 w 1649506"/>
              <a:gd name="csY5" fmla="*/ 763378 h 2770094"/>
              <a:gd name="csX6" fmla="*/ 1649506 w 1649506"/>
              <a:gd name="csY6" fmla="*/ 1296237 h 2770094"/>
              <a:gd name="csX7" fmla="*/ 1649506 w 1649506"/>
              <a:gd name="csY7" fmla="*/ 1851299 h 2770094"/>
              <a:gd name="csX8" fmla="*/ 1649506 w 1649506"/>
              <a:gd name="csY8" fmla="*/ 2495171 h 2770094"/>
              <a:gd name="csX9" fmla="*/ 1374583 w 1649506"/>
              <a:gd name="csY9" fmla="*/ 2770094 h 2770094"/>
              <a:gd name="csX10" fmla="*/ 813756 w 1649506"/>
              <a:gd name="csY10" fmla="*/ 2770094 h 2770094"/>
              <a:gd name="csX11" fmla="*/ 274923 w 1649506"/>
              <a:gd name="csY11" fmla="*/ 2770094 h 2770094"/>
              <a:gd name="csX12" fmla="*/ 0 w 1649506"/>
              <a:gd name="csY12" fmla="*/ 2495171 h 2770094"/>
              <a:gd name="csX13" fmla="*/ 0 w 1649506"/>
              <a:gd name="csY13" fmla="*/ 1940109 h 2770094"/>
              <a:gd name="csX14" fmla="*/ 0 w 1649506"/>
              <a:gd name="csY14" fmla="*/ 1407249 h 2770094"/>
              <a:gd name="csX15" fmla="*/ 0 w 1649506"/>
              <a:gd name="csY15" fmla="*/ 852187 h 2770094"/>
              <a:gd name="csX16" fmla="*/ 0 w 1649506"/>
              <a:gd name="csY16" fmla="*/ 274923 h 277009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1649506" h="2770094" extrusionOk="0">
                <a:moveTo>
                  <a:pt x="0" y="274923"/>
                </a:moveTo>
                <a:cubicBezTo>
                  <a:pt x="-6142" y="127138"/>
                  <a:pt x="122237" y="5440"/>
                  <a:pt x="274923" y="0"/>
                </a:cubicBezTo>
                <a:cubicBezTo>
                  <a:pt x="481633" y="-22656"/>
                  <a:pt x="563345" y="45231"/>
                  <a:pt x="824753" y="0"/>
                </a:cubicBezTo>
                <a:cubicBezTo>
                  <a:pt x="1086161" y="-45231"/>
                  <a:pt x="1231988" y="27084"/>
                  <a:pt x="1374583" y="0"/>
                </a:cubicBezTo>
                <a:cubicBezTo>
                  <a:pt x="1512090" y="-25470"/>
                  <a:pt x="1649431" y="127184"/>
                  <a:pt x="1649506" y="274923"/>
                </a:cubicBezTo>
                <a:cubicBezTo>
                  <a:pt x="1651323" y="517352"/>
                  <a:pt x="1593246" y="562665"/>
                  <a:pt x="1649506" y="763378"/>
                </a:cubicBezTo>
                <a:cubicBezTo>
                  <a:pt x="1705766" y="964092"/>
                  <a:pt x="1596443" y="1069156"/>
                  <a:pt x="1649506" y="1296237"/>
                </a:cubicBezTo>
                <a:cubicBezTo>
                  <a:pt x="1702569" y="1523318"/>
                  <a:pt x="1602892" y="1662728"/>
                  <a:pt x="1649506" y="1851299"/>
                </a:cubicBezTo>
                <a:cubicBezTo>
                  <a:pt x="1696120" y="2039870"/>
                  <a:pt x="1625712" y="2345645"/>
                  <a:pt x="1649506" y="2495171"/>
                </a:cubicBezTo>
                <a:cubicBezTo>
                  <a:pt x="1656152" y="2637387"/>
                  <a:pt x="1494163" y="2775936"/>
                  <a:pt x="1374583" y="2770094"/>
                </a:cubicBezTo>
                <a:cubicBezTo>
                  <a:pt x="1206810" y="2787676"/>
                  <a:pt x="993525" y="2741955"/>
                  <a:pt x="813756" y="2770094"/>
                </a:cubicBezTo>
                <a:cubicBezTo>
                  <a:pt x="633987" y="2798233"/>
                  <a:pt x="412602" y="2716332"/>
                  <a:pt x="274923" y="2770094"/>
                </a:cubicBezTo>
                <a:cubicBezTo>
                  <a:pt x="104467" y="2802247"/>
                  <a:pt x="-9357" y="2644011"/>
                  <a:pt x="0" y="2495171"/>
                </a:cubicBezTo>
                <a:cubicBezTo>
                  <a:pt x="-9100" y="2281479"/>
                  <a:pt x="52561" y="2147056"/>
                  <a:pt x="0" y="1940109"/>
                </a:cubicBezTo>
                <a:cubicBezTo>
                  <a:pt x="-52561" y="1733162"/>
                  <a:pt x="50195" y="1527961"/>
                  <a:pt x="0" y="1407249"/>
                </a:cubicBezTo>
                <a:cubicBezTo>
                  <a:pt x="-50195" y="1286537"/>
                  <a:pt x="65748" y="1103915"/>
                  <a:pt x="0" y="852187"/>
                </a:cubicBezTo>
                <a:cubicBezTo>
                  <a:pt x="-65748" y="600459"/>
                  <a:pt x="1231" y="407316"/>
                  <a:pt x="0" y="274923"/>
                </a:cubicBezTo>
                <a:close/>
              </a:path>
            </a:pathLst>
          </a:custGeom>
          <a:noFill/>
          <a:ln>
            <a:solidFill>
              <a:srgbClr val="00B050"/>
            </a:solidFill>
            <a:extLst>
              <a:ext uri="{C807C97D-BFC1-408E-A445-0C87EB9F89A2}">
                <ask:lineSketchStyleProps xmlns:ask="http://schemas.microsoft.com/office/drawing/2018/sketchyshapes" sd="2981993050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nl-BE" dirty="0">
                <a:solidFill>
                  <a:sysClr val="windowText" lastClr="000000"/>
                </a:solidFill>
              </a:rPr>
              <a:t>teams-ui</a:t>
            </a:r>
          </a:p>
        </p:txBody>
      </p:sp>
      <p:sp>
        <p:nvSpPr>
          <p:cNvPr id="5" name="Rechthoek 4">
            <a:extLst>
              <a:ext uri="{FF2B5EF4-FFF2-40B4-BE49-F238E27FC236}">
                <a16:creationId xmlns:a16="http://schemas.microsoft.com/office/drawing/2014/main" id="{AD283378-409A-C7EF-AE4D-A3E707B85897}"/>
              </a:ext>
            </a:extLst>
          </p:cNvPr>
          <p:cNvSpPr/>
          <p:nvPr/>
        </p:nvSpPr>
        <p:spPr>
          <a:xfrm>
            <a:off x="2644587" y="3769661"/>
            <a:ext cx="977153" cy="582706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BE" sz="1100" dirty="0">
                <a:solidFill>
                  <a:sysClr val="windowText" lastClr="000000"/>
                </a:solidFill>
              </a:rPr>
              <a:t>&lt;</a:t>
            </a:r>
            <a:r>
              <a:rPr lang="nl-BE" sz="1100" dirty="0" err="1">
                <a:solidFill>
                  <a:sysClr val="windowText" lastClr="000000"/>
                </a:solidFill>
              </a:rPr>
              <a:t>pod</a:t>
            </a:r>
            <a:r>
              <a:rPr lang="nl-BE" sz="1100" dirty="0">
                <a:solidFill>
                  <a:sysClr val="windowText" lastClr="000000"/>
                </a:solidFill>
              </a:rPr>
              <a:t>&gt;</a:t>
            </a:r>
          </a:p>
          <a:p>
            <a:pPr algn="ctr"/>
            <a:r>
              <a:rPr lang="nl-BE" sz="1100" dirty="0">
                <a:solidFill>
                  <a:sysClr val="windowText" lastClr="000000"/>
                </a:solidFill>
              </a:rPr>
              <a:t>Teams-ui</a:t>
            </a:r>
          </a:p>
        </p:txBody>
      </p:sp>
      <p:sp>
        <p:nvSpPr>
          <p:cNvPr id="6" name="Rechthoek 5">
            <a:extLst>
              <a:ext uri="{FF2B5EF4-FFF2-40B4-BE49-F238E27FC236}">
                <a16:creationId xmlns:a16="http://schemas.microsoft.com/office/drawing/2014/main" id="{C198F6E4-5E89-2B23-D9E7-58C230DEBEB1}"/>
              </a:ext>
            </a:extLst>
          </p:cNvPr>
          <p:cNvSpPr/>
          <p:nvPr/>
        </p:nvSpPr>
        <p:spPr>
          <a:xfrm>
            <a:off x="2644587" y="3146613"/>
            <a:ext cx="977153" cy="582706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BE" sz="1100" dirty="0">
                <a:solidFill>
                  <a:sysClr val="windowText" lastClr="000000"/>
                </a:solidFill>
              </a:rPr>
              <a:t>&lt;service&gt;</a:t>
            </a:r>
          </a:p>
        </p:txBody>
      </p:sp>
      <p:sp>
        <p:nvSpPr>
          <p:cNvPr id="7" name="Rechthoek 6">
            <a:extLst>
              <a:ext uri="{FF2B5EF4-FFF2-40B4-BE49-F238E27FC236}">
                <a16:creationId xmlns:a16="http://schemas.microsoft.com/office/drawing/2014/main" id="{9D172ECB-EA9A-8F99-F69D-D2ADE31E33ED}"/>
              </a:ext>
            </a:extLst>
          </p:cNvPr>
          <p:cNvSpPr/>
          <p:nvPr/>
        </p:nvSpPr>
        <p:spPr>
          <a:xfrm>
            <a:off x="2644587" y="2523565"/>
            <a:ext cx="977153" cy="582706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BE" sz="1100" dirty="0">
                <a:solidFill>
                  <a:sysClr val="windowText" lastClr="000000"/>
                </a:solidFill>
              </a:rPr>
              <a:t>&lt;</a:t>
            </a:r>
            <a:r>
              <a:rPr lang="nl-BE" sz="1100" dirty="0" err="1">
                <a:solidFill>
                  <a:sysClr val="windowText" lastClr="000000"/>
                </a:solidFill>
              </a:rPr>
              <a:t>ingress</a:t>
            </a:r>
            <a:r>
              <a:rPr lang="nl-BE" sz="1100" dirty="0">
                <a:solidFill>
                  <a:sysClr val="windowText" lastClr="000000"/>
                </a:solidFill>
              </a:rPr>
              <a:t>&gt;</a:t>
            </a:r>
          </a:p>
        </p:txBody>
      </p:sp>
      <p:sp>
        <p:nvSpPr>
          <p:cNvPr id="8" name="Rechthoek: afgeronde hoeken 7">
            <a:extLst>
              <a:ext uri="{FF2B5EF4-FFF2-40B4-BE49-F238E27FC236}">
                <a16:creationId xmlns:a16="http://schemas.microsoft.com/office/drawing/2014/main" id="{8BDEB769-6D83-0860-6CC6-126A1818DA02}"/>
              </a:ext>
            </a:extLst>
          </p:cNvPr>
          <p:cNvSpPr/>
          <p:nvPr/>
        </p:nvSpPr>
        <p:spPr>
          <a:xfrm>
            <a:off x="4294093" y="1761566"/>
            <a:ext cx="1649506" cy="2770094"/>
          </a:xfrm>
          <a:custGeom>
            <a:avLst/>
            <a:gdLst>
              <a:gd name="csX0" fmla="*/ 0 w 1649506"/>
              <a:gd name="csY0" fmla="*/ 274923 h 2770094"/>
              <a:gd name="csX1" fmla="*/ 274923 w 1649506"/>
              <a:gd name="csY1" fmla="*/ 0 h 2770094"/>
              <a:gd name="csX2" fmla="*/ 824753 w 1649506"/>
              <a:gd name="csY2" fmla="*/ 0 h 2770094"/>
              <a:gd name="csX3" fmla="*/ 1374583 w 1649506"/>
              <a:gd name="csY3" fmla="*/ 0 h 2770094"/>
              <a:gd name="csX4" fmla="*/ 1649506 w 1649506"/>
              <a:gd name="csY4" fmla="*/ 274923 h 2770094"/>
              <a:gd name="csX5" fmla="*/ 1649506 w 1649506"/>
              <a:gd name="csY5" fmla="*/ 763378 h 2770094"/>
              <a:gd name="csX6" fmla="*/ 1649506 w 1649506"/>
              <a:gd name="csY6" fmla="*/ 1296237 h 2770094"/>
              <a:gd name="csX7" fmla="*/ 1649506 w 1649506"/>
              <a:gd name="csY7" fmla="*/ 1851299 h 2770094"/>
              <a:gd name="csX8" fmla="*/ 1649506 w 1649506"/>
              <a:gd name="csY8" fmla="*/ 2495171 h 2770094"/>
              <a:gd name="csX9" fmla="*/ 1374583 w 1649506"/>
              <a:gd name="csY9" fmla="*/ 2770094 h 2770094"/>
              <a:gd name="csX10" fmla="*/ 813756 w 1649506"/>
              <a:gd name="csY10" fmla="*/ 2770094 h 2770094"/>
              <a:gd name="csX11" fmla="*/ 274923 w 1649506"/>
              <a:gd name="csY11" fmla="*/ 2770094 h 2770094"/>
              <a:gd name="csX12" fmla="*/ 0 w 1649506"/>
              <a:gd name="csY12" fmla="*/ 2495171 h 2770094"/>
              <a:gd name="csX13" fmla="*/ 0 w 1649506"/>
              <a:gd name="csY13" fmla="*/ 1940109 h 2770094"/>
              <a:gd name="csX14" fmla="*/ 0 w 1649506"/>
              <a:gd name="csY14" fmla="*/ 1407249 h 2770094"/>
              <a:gd name="csX15" fmla="*/ 0 w 1649506"/>
              <a:gd name="csY15" fmla="*/ 852187 h 2770094"/>
              <a:gd name="csX16" fmla="*/ 0 w 1649506"/>
              <a:gd name="csY16" fmla="*/ 274923 h 277009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1649506" h="2770094" extrusionOk="0">
                <a:moveTo>
                  <a:pt x="0" y="274923"/>
                </a:moveTo>
                <a:cubicBezTo>
                  <a:pt x="-6142" y="127138"/>
                  <a:pt x="122237" y="5440"/>
                  <a:pt x="274923" y="0"/>
                </a:cubicBezTo>
                <a:cubicBezTo>
                  <a:pt x="481633" y="-22656"/>
                  <a:pt x="563345" y="45231"/>
                  <a:pt x="824753" y="0"/>
                </a:cubicBezTo>
                <a:cubicBezTo>
                  <a:pt x="1086161" y="-45231"/>
                  <a:pt x="1231988" y="27084"/>
                  <a:pt x="1374583" y="0"/>
                </a:cubicBezTo>
                <a:cubicBezTo>
                  <a:pt x="1512090" y="-25470"/>
                  <a:pt x="1649431" y="127184"/>
                  <a:pt x="1649506" y="274923"/>
                </a:cubicBezTo>
                <a:cubicBezTo>
                  <a:pt x="1651323" y="517352"/>
                  <a:pt x="1593246" y="562665"/>
                  <a:pt x="1649506" y="763378"/>
                </a:cubicBezTo>
                <a:cubicBezTo>
                  <a:pt x="1705766" y="964092"/>
                  <a:pt x="1596443" y="1069156"/>
                  <a:pt x="1649506" y="1296237"/>
                </a:cubicBezTo>
                <a:cubicBezTo>
                  <a:pt x="1702569" y="1523318"/>
                  <a:pt x="1602892" y="1662728"/>
                  <a:pt x="1649506" y="1851299"/>
                </a:cubicBezTo>
                <a:cubicBezTo>
                  <a:pt x="1696120" y="2039870"/>
                  <a:pt x="1625712" y="2345645"/>
                  <a:pt x="1649506" y="2495171"/>
                </a:cubicBezTo>
                <a:cubicBezTo>
                  <a:pt x="1656152" y="2637387"/>
                  <a:pt x="1494163" y="2775936"/>
                  <a:pt x="1374583" y="2770094"/>
                </a:cubicBezTo>
                <a:cubicBezTo>
                  <a:pt x="1206810" y="2787676"/>
                  <a:pt x="993525" y="2741955"/>
                  <a:pt x="813756" y="2770094"/>
                </a:cubicBezTo>
                <a:cubicBezTo>
                  <a:pt x="633987" y="2798233"/>
                  <a:pt x="412602" y="2716332"/>
                  <a:pt x="274923" y="2770094"/>
                </a:cubicBezTo>
                <a:cubicBezTo>
                  <a:pt x="104467" y="2802247"/>
                  <a:pt x="-9357" y="2644011"/>
                  <a:pt x="0" y="2495171"/>
                </a:cubicBezTo>
                <a:cubicBezTo>
                  <a:pt x="-9100" y="2281479"/>
                  <a:pt x="52561" y="2147056"/>
                  <a:pt x="0" y="1940109"/>
                </a:cubicBezTo>
                <a:cubicBezTo>
                  <a:pt x="-52561" y="1733162"/>
                  <a:pt x="50195" y="1527961"/>
                  <a:pt x="0" y="1407249"/>
                </a:cubicBezTo>
                <a:cubicBezTo>
                  <a:pt x="-50195" y="1286537"/>
                  <a:pt x="65748" y="1103915"/>
                  <a:pt x="0" y="852187"/>
                </a:cubicBezTo>
                <a:cubicBezTo>
                  <a:pt x="-65748" y="600459"/>
                  <a:pt x="1231" y="407316"/>
                  <a:pt x="0" y="274923"/>
                </a:cubicBezTo>
                <a:close/>
              </a:path>
            </a:pathLst>
          </a:custGeom>
          <a:noFill/>
          <a:ln>
            <a:solidFill>
              <a:srgbClr val="00B050"/>
            </a:solidFill>
            <a:extLst>
              <a:ext uri="{C807C97D-BFC1-408E-A445-0C87EB9F89A2}">
                <ask:lineSketchStyleProps xmlns:ask="http://schemas.microsoft.com/office/drawing/2018/sketchyshapes" sd="2981993050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nl-BE" dirty="0">
                <a:solidFill>
                  <a:sysClr val="windowText" lastClr="000000"/>
                </a:solidFill>
              </a:rPr>
              <a:t>teams-</a:t>
            </a:r>
            <a:r>
              <a:rPr lang="nl-BE" dirty="0" err="1">
                <a:solidFill>
                  <a:sysClr val="windowText" lastClr="000000"/>
                </a:solidFill>
              </a:rPr>
              <a:t>api</a:t>
            </a:r>
            <a:endParaRPr lang="nl-BE" dirty="0">
              <a:solidFill>
                <a:sysClr val="windowText" lastClr="000000"/>
              </a:solidFill>
            </a:endParaRPr>
          </a:p>
        </p:txBody>
      </p:sp>
      <p:sp>
        <p:nvSpPr>
          <p:cNvPr id="9" name="Rechthoek 8">
            <a:extLst>
              <a:ext uri="{FF2B5EF4-FFF2-40B4-BE49-F238E27FC236}">
                <a16:creationId xmlns:a16="http://schemas.microsoft.com/office/drawing/2014/main" id="{354660C0-B5C3-5992-330B-4585EDB4878E}"/>
              </a:ext>
            </a:extLst>
          </p:cNvPr>
          <p:cNvSpPr/>
          <p:nvPr/>
        </p:nvSpPr>
        <p:spPr>
          <a:xfrm>
            <a:off x="4643717" y="3765177"/>
            <a:ext cx="977153" cy="582706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BE" sz="1100" dirty="0">
                <a:solidFill>
                  <a:sysClr val="windowText" lastClr="000000"/>
                </a:solidFill>
              </a:rPr>
              <a:t>&lt;</a:t>
            </a:r>
            <a:r>
              <a:rPr lang="nl-BE" sz="1100" dirty="0" err="1">
                <a:solidFill>
                  <a:sysClr val="windowText" lastClr="000000"/>
                </a:solidFill>
              </a:rPr>
              <a:t>pod</a:t>
            </a:r>
            <a:r>
              <a:rPr lang="nl-BE" sz="1100" dirty="0">
                <a:solidFill>
                  <a:sysClr val="windowText" lastClr="000000"/>
                </a:solidFill>
              </a:rPr>
              <a:t>&gt;</a:t>
            </a:r>
          </a:p>
          <a:p>
            <a:pPr algn="ctr"/>
            <a:r>
              <a:rPr lang="nl-BE" sz="1100" dirty="0">
                <a:solidFill>
                  <a:sysClr val="windowText" lastClr="000000"/>
                </a:solidFill>
              </a:rPr>
              <a:t>Teams-</a:t>
            </a:r>
            <a:r>
              <a:rPr lang="nl-BE" sz="1100" dirty="0" err="1">
                <a:solidFill>
                  <a:sysClr val="windowText" lastClr="000000"/>
                </a:solidFill>
              </a:rPr>
              <a:t>api</a:t>
            </a:r>
            <a:endParaRPr lang="nl-BE" sz="1100" dirty="0">
              <a:solidFill>
                <a:sysClr val="windowText" lastClr="000000"/>
              </a:solidFill>
            </a:endParaRPr>
          </a:p>
        </p:txBody>
      </p:sp>
      <p:sp>
        <p:nvSpPr>
          <p:cNvPr id="10" name="Rechthoek 9">
            <a:extLst>
              <a:ext uri="{FF2B5EF4-FFF2-40B4-BE49-F238E27FC236}">
                <a16:creationId xmlns:a16="http://schemas.microsoft.com/office/drawing/2014/main" id="{130A27B9-6C0E-D9F5-249A-3A9B606FDB6A}"/>
              </a:ext>
            </a:extLst>
          </p:cNvPr>
          <p:cNvSpPr/>
          <p:nvPr/>
        </p:nvSpPr>
        <p:spPr>
          <a:xfrm>
            <a:off x="4643717" y="3142129"/>
            <a:ext cx="977153" cy="582706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BE" sz="1100" dirty="0">
                <a:solidFill>
                  <a:sysClr val="windowText" lastClr="000000"/>
                </a:solidFill>
              </a:rPr>
              <a:t>&lt;service&gt;</a:t>
            </a:r>
          </a:p>
        </p:txBody>
      </p:sp>
      <p:sp>
        <p:nvSpPr>
          <p:cNvPr id="11" name="Rechthoek 10">
            <a:extLst>
              <a:ext uri="{FF2B5EF4-FFF2-40B4-BE49-F238E27FC236}">
                <a16:creationId xmlns:a16="http://schemas.microsoft.com/office/drawing/2014/main" id="{C9781A57-B0AA-833D-F089-D1575DFA7EEB}"/>
              </a:ext>
            </a:extLst>
          </p:cNvPr>
          <p:cNvSpPr/>
          <p:nvPr/>
        </p:nvSpPr>
        <p:spPr>
          <a:xfrm>
            <a:off x="4643717" y="2519081"/>
            <a:ext cx="977153" cy="582706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BE" sz="1100" dirty="0">
                <a:solidFill>
                  <a:sysClr val="windowText" lastClr="000000"/>
                </a:solidFill>
              </a:rPr>
              <a:t>&lt;</a:t>
            </a:r>
            <a:r>
              <a:rPr lang="nl-BE" sz="1100" dirty="0" err="1">
                <a:solidFill>
                  <a:sysClr val="windowText" lastClr="000000"/>
                </a:solidFill>
              </a:rPr>
              <a:t>ingress</a:t>
            </a:r>
            <a:r>
              <a:rPr lang="nl-BE" sz="1100" dirty="0">
                <a:solidFill>
                  <a:sysClr val="windowText" lastClr="000000"/>
                </a:solidFill>
              </a:rPr>
              <a:t>&gt;</a:t>
            </a:r>
          </a:p>
        </p:txBody>
      </p:sp>
      <p:sp>
        <p:nvSpPr>
          <p:cNvPr id="12" name="Rechthoek: afgeronde hoeken 11">
            <a:extLst>
              <a:ext uri="{FF2B5EF4-FFF2-40B4-BE49-F238E27FC236}">
                <a16:creationId xmlns:a16="http://schemas.microsoft.com/office/drawing/2014/main" id="{65AC5932-FD22-855A-9BCC-2F88E538C8B6}"/>
              </a:ext>
            </a:extLst>
          </p:cNvPr>
          <p:cNvSpPr/>
          <p:nvPr/>
        </p:nvSpPr>
        <p:spPr>
          <a:xfrm>
            <a:off x="6293223" y="1761566"/>
            <a:ext cx="1649506" cy="2770094"/>
          </a:xfrm>
          <a:custGeom>
            <a:avLst/>
            <a:gdLst>
              <a:gd name="csX0" fmla="*/ 0 w 1649506"/>
              <a:gd name="csY0" fmla="*/ 274923 h 2770094"/>
              <a:gd name="csX1" fmla="*/ 274923 w 1649506"/>
              <a:gd name="csY1" fmla="*/ 0 h 2770094"/>
              <a:gd name="csX2" fmla="*/ 824753 w 1649506"/>
              <a:gd name="csY2" fmla="*/ 0 h 2770094"/>
              <a:gd name="csX3" fmla="*/ 1374583 w 1649506"/>
              <a:gd name="csY3" fmla="*/ 0 h 2770094"/>
              <a:gd name="csX4" fmla="*/ 1649506 w 1649506"/>
              <a:gd name="csY4" fmla="*/ 274923 h 2770094"/>
              <a:gd name="csX5" fmla="*/ 1649506 w 1649506"/>
              <a:gd name="csY5" fmla="*/ 763378 h 2770094"/>
              <a:gd name="csX6" fmla="*/ 1649506 w 1649506"/>
              <a:gd name="csY6" fmla="*/ 1296237 h 2770094"/>
              <a:gd name="csX7" fmla="*/ 1649506 w 1649506"/>
              <a:gd name="csY7" fmla="*/ 1851299 h 2770094"/>
              <a:gd name="csX8" fmla="*/ 1649506 w 1649506"/>
              <a:gd name="csY8" fmla="*/ 2495171 h 2770094"/>
              <a:gd name="csX9" fmla="*/ 1374583 w 1649506"/>
              <a:gd name="csY9" fmla="*/ 2770094 h 2770094"/>
              <a:gd name="csX10" fmla="*/ 813756 w 1649506"/>
              <a:gd name="csY10" fmla="*/ 2770094 h 2770094"/>
              <a:gd name="csX11" fmla="*/ 274923 w 1649506"/>
              <a:gd name="csY11" fmla="*/ 2770094 h 2770094"/>
              <a:gd name="csX12" fmla="*/ 0 w 1649506"/>
              <a:gd name="csY12" fmla="*/ 2495171 h 2770094"/>
              <a:gd name="csX13" fmla="*/ 0 w 1649506"/>
              <a:gd name="csY13" fmla="*/ 1940109 h 2770094"/>
              <a:gd name="csX14" fmla="*/ 0 w 1649506"/>
              <a:gd name="csY14" fmla="*/ 1407249 h 2770094"/>
              <a:gd name="csX15" fmla="*/ 0 w 1649506"/>
              <a:gd name="csY15" fmla="*/ 852187 h 2770094"/>
              <a:gd name="csX16" fmla="*/ 0 w 1649506"/>
              <a:gd name="csY16" fmla="*/ 274923 h 277009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1649506" h="2770094" extrusionOk="0">
                <a:moveTo>
                  <a:pt x="0" y="274923"/>
                </a:moveTo>
                <a:cubicBezTo>
                  <a:pt x="-6142" y="127138"/>
                  <a:pt x="122237" y="5440"/>
                  <a:pt x="274923" y="0"/>
                </a:cubicBezTo>
                <a:cubicBezTo>
                  <a:pt x="481633" y="-22656"/>
                  <a:pt x="563345" y="45231"/>
                  <a:pt x="824753" y="0"/>
                </a:cubicBezTo>
                <a:cubicBezTo>
                  <a:pt x="1086161" y="-45231"/>
                  <a:pt x="1231988" y="27084"/>
                  <a:pt x="1374583" y="0"/>
                </a:cubicBezTo>
                <a:cubicBezTo>
                  <a:pt x="1512090" y="-25470"/>
                  <a:pt x="1649431" y="127184"/>
                  <a:pt x="1649506" y="274923"/>
                </a:cubicBezTo>
                <a:cubicBezTo>
                  <a:pt x="1651323" y="517352"/>
                  <a:pt x="1593246" y="562665"/>
                  <a:pt x="1649506" y="763378"/>
                </a:cubicBezTo>
                <a:cubicBezTo>
                  <a:pt x="1705766" y="964092"/>
                  <a:pt x="1596443" y="1069156"/>
                  <a:pt x="1649506" y="1296237"/>
                </a:cubicBezTo>
                <a:cubicBezTo>
                  <a:pt x="1702569" y="1523318"/>
                  <a:pt x="1602892" y="1662728"/>
                  <a:pt x="1649506" y="1851299"/>
                </a:cubicBezTo>
                <a:cubicBezTo>
                  <a:pt x="1696120" y="2039870"/>
                  <a:pt x="1625712" y="2345645"/>
                  <a:pt x="1649506" y="2495171"/>
                </a:cubicBezTo>
                <a:cubicBezTo>
                  <a:pt x="1656152" y="2637387"/>
                  <a:pt x="1494163" y="2775936"/>
                  <a:pt x="1374583" y="2770094"/>
                </a:cubicBezTo>
                <a:cubicBezTo>
                  <a:pt x="1206810" y="2787676"/>
                  <a:pt x="993525" y="2741955"/>
                  <a:pt x="813756" y="2770094"/>
                </a:cubicBezTo>
                <a:cubicBezTo>
                  <a:pt x="633987" y="2798233"/>
                  <a:pt x="412602" y="2716332"/>
                  <a:pt x="274923" y="2770094"/>
                </a:cubicBezTo>
                <a:cubicBezTo>
                  <a:pt x="104467" y="2802247"/>
                  <a:pt x="-9357" y="2644011"/>
                  <a:pt x="0" y="2495171"/>
                </a:cubicBezTo>
                <a:cubicBezTo>
                  <a:pt x="-9100" y="2281479"/>
                  <a:pt x="52561" y="2147056"/>
                  <a:pt x="0" y="1940109"/>
                </a:cubicBezTo>
                <a:cubicBezTo>
                  <a:pt x="-52561" y="1733162"/>
                  <a:pt x="50195" y="1527961"/>
                  <a:pt x="0" y="1407249"/>
                </a:cubicBezTo>
                <a:cubicBezTo>
                  <a:pt x="-50195" y="1286537"/>
                  <a:pt x="65748" y="1103915"/>
                  <a:pt x="0" y="852187"/>
                </a:cubicBezTo>
                <a:cubicBezTo>
                  <a:pt x="-65748" y="600459"/>
                  <a:pt x="1231" y="407316"/>
                  <a:pt x="0" y="274923"/>
                </a:cubicBezTo>
                <a:close/>
              </a:path>
            </a:pathLst>
          </a:custGeom>
          <a:noFill/>
          <a:ln>
            <a:solidFill>
              <a:srgbClr val="00B050"/>
            </a:solidFill>
            <a:extLst>
              <a:ext uri="{C807C97D-BFC1-408E-A445-0C87EB9F89A2}">
                <ask:lineSketchStyleProps xmlns:ask="http://schemas.microsoft.com/office/drawing/2018/sketchyshapes" sd="2981993050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nl-BE" dirty="0">
                <a:solidFill>
                  <a:sysClr val="windowText" lastClr="000000"/>
                </a:solidFill>
              </a:rPr>
              <a:t>teams-operator</a:t>
            </a:r>
          </a:p>
        </p:txBody>
      </p:sp>
      <p:sp>
        <p:nvSpPr>
          <p:cNvPr id="13" name="Rechthoek 12">
            <a:extLst>
              <a:ext uri="{FF2B5EF4-FFF2-40B4-BE49-F238E27FC236}">
                <a16:creationId xmlns:a16="http://schemas.microsoft.com/office/drawing/2014/main" id="{27CFEA89-1330-92B0-8C71-BFA867ED9D80}"/>
              </a:ext>
            </a:extLst>
          </p:cNvPr>
          <p:cNvSpPr/>
          <p:nvPr/>
        </p:nvSpPr>
        <p:spPr>
          <a:xfrm>
            <a:off x="6642847" y="3765177"/>
            <a:ext cx="977153" cy="582706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BE" sz="1100" dirty="0">
                <a:solidFill>
                  <a:sysClr val="windowText" lastClr="000000"/>
                </a:solidFill>
              </a:rPr>
              <a:t>&lt;</a:t>
            </a:r>
            <a:r>
              <a:rPr lang="nl-BE" sz="1100" dirty="0" err="1">
                <a:solidFill>
                  <a:sysClr val="windowText" lastClr="000000"/>
                </a:solidFill>
              </a:rPr>
              <a:t>pod</a:t>
            </a:r>
            <a:r>
              <a:rPr lang="nl-BE" sz="1100" dirty="0">
                <a:solidFill>
                  <a:sysClr val="windowText" lastClr="000000"/>
                </a:solidFill>
              </a:rPr>
              <a:t>&gt;</a:t>
            </a:r>
          </a:p>
          <a:p>
            <a:pPr algn="ctr"/>
            <a:r>
              <a:rPr lang="nl-BE" sz="1100" dirty="0">
                <a:solidFill>
                  <a:sysClr val="windowText" lastClr="000000"/>
                </a:solidFill>
              </a:rPr>
              <a:t>Teams-operator</a:t>
            </a:r>
          </a:p>
        </p:txBody>
      </p:sp>
      <p:cxnSp>
        <p:nvCxnSpPr>
          <p:cNvPr id="17" name="Rechte verbindingslijn met pijl 16">
            <a:extLst>
              <a:ext uri="{FF2B5EF4-FFF2-40B4-BE49-F238E27FC236}">
                <a16:creationId xmlns:a16="http://schemas.microsoft.com/office/drawing/2014/main" id="{F945DAEE-436E-8677-3DDF-DDDF593B3829}"/>
              </a:ext>
            </a:extLst>
          </p:cNvPr>
          <p:cNvCxnSpPr>
            <a:stCxn id="13" idx="1"/>
            <a:endCxn id="9" idx="3"/>
          </p:cNvCxnSpPr>
          <p:nvPr/>
        </p:nvCxnSpPr>
        <p:spPr>
          <a:xfrm flipH="1">
            <a:off x="5620870" y="4056530"/>
            <a:ext cx="1021977" cy="0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Rechte verbindingslijn met pijl 18">
            <a:extLst>
              <a:ext uri="{FF2B5EF4-FFF2-40B4-BE49-F238E27FC236}">
                <a16:creationId xmlns:a16="http://schemas.microsoft.com/office/drawing/2014/main" id="{53F81AD1-17FE-A4F9-C6F8-31632EDD25D5}"/>
              </a:ext>
            </a:extLst>
          </p:cNvPr>
          <p:cNvCxnSpPr>
            <a:stCxn id="5" idx="3"/>
            <a:endCxn id="9" idx="1"/>
          </p:cNvCxnSpPr>
          <p:nvPr/>
        </p:nvCxnSpPr>
        <p:spPr>
          <a:xfrm flipV="1">
            <a:off x="3621740" y="4056530"/>
            <a:ext cx="1021977" cy="4484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hthoek 19">
            <a:extLst>
              <a:ext uri="{FF2B5EF4-FFF2-40B4-BE49-F238E27FC236}">
                <a16:creationId xmlns:a16="http://schemas.microsoft.com/office/drawing/2014/main" id="{CAD2031D-256E-0AA1-BF72-322EC0F874E7}"/>
              </a:ext>
            </a:extLst>
          </p:cNvPr>
          <p:cNvSpPr/>
          <p:nvPr/>
        </p:nvSpPr>
        <p:spPr>
          <a:xfrm>
            <a:off x="3666564" y="704292"/>
            <a:ext cx="977153" cy="32609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BE" sz="1100" dirty="0">
                <a:solidFill>
                  <a:schemeClr val="tx1"/>
                </a:solidFill>
              </a:rPr>
              <a:t>TCLI</a:t>
            </a:r>
          </a:p>
        </p:txBody>
      </p:sp>
      <p:cxnSp>
        <p:nvCxnSpPr>
          <p:cNvPr id="22" name="Rechte verbindingslijn met pijl 21">
            <a:extLst>
              <a:ext uri="{FF2B5EF4-FFF2-40B4-BE49-F238E27FC236}">
                <a16:creationId xmlns:a16="http://schemas.microsoft.com/office/drawing/2014/main" id="{8EA8BB3C-A91C-996B-8498-8E1DFF227D5D}"/>
              </a:ext>
            </a:extLst>
          </p:cNvPr>
          <p:cNvCxnSpPr>
            <a:cxnSpLocks/>
            <a:stCxn id="20" idx="2"/>
            <a:endCxn id="11" idx="1"/>
          </p:cNvCxnSpPr>
          <p:nvPr/>
        </p:nvCxnSpPr>
        <p:spPr>
          <a:xfrm rot="16200000" flipH="1">
            <a:off x="3509404" y="1676121"/>
            <a:ext cx="1780050" cy="488576"/>
          </a:xfrm>
          <a:prstGeom prst="bentConnector2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hthoek: afgeronde hoeken 23">
            <a:extLst>
              <a:ext uri="{FF2B5EF4-FFF2-40B4-BE49-F238E27FC236}">
                <a16:creationId xmlns:a16="http://schemas.microsoft.com/office/drawing/2014/main" id="{052714EE-5255-4DE2-B334-0DAF0173AE93}"/>
              </a:ext>
            </a:extLst>
          </p:cNvPr>
          <p:cNvSpPr/>
          <p:nvPr/>
        </p:nvSpPr>
        <p:spPr>
          <a:xfrm>
            <a:off x="10148050" y="1761566"/>
            <a:ext cx="1649506" cy="2770094"/>
          </a:xfrm>
          <a:custGeom>
            <a:avLst/>
            <a:gdLst>
              <a:gd name="csX0" fmla="*/ 0 w 1649506"/>
              <a:gd name="csY0" fmla="*/ 274923 h 2770094"/>
              <a:gd name="csX1" fmla="*/ 274923 w 1649506"/>
              <a:gd name="csY1" fmla="*/ 0 h 2770094"/>
              <a:gd name="csX2" fmla="*/ 824753 w 1649506"/>
              <a:gd name="csY2" fmla="*/ 0 h 2770094"/>
              <a:gd name="csX3" fmla="*/ 1374583 w 1649506"/>
              <a:gd name="csY3" fmla="*/ 0 h 2770094"/>
              <a:gd name="csX4" fmla="*/ 1649506 w 1649506"/>
              <a:gd name="csY4" fmla="*/ 274923 h 2770094"/>
              <a:gd name="csX5" fmla="*/ 1649506 w 1649506"/>
              <a:gd name="csY5" fmla="*/ 763378 h 2770094"/>
              <a:gd name="csX6" fmla="*/ 1649506 w 1649506"/>
              <a:gd name="csY6" fmla="*/ 1296237 h 2770094"/>
              <a:gd name="csX7" fmla="*/ 1649506 w 1649506"/>
              <a:gd name="csY7" fmla="*/ 1851299 h 2770094"/>
              <a:gd name="csX8" fmla="*/ 1649506 w 1649506"/>
              <a:gd name="csY8" fmla="*/ 2495171 h 2770094"/>
              <a:gd name="csX9" fmla="*/ 1374583 w 1649506"/>
              <a:gd name="csY9" fmla="*/ 2770094 h 2770094"/>
              <a:gd name="csX10" fmla="*/ 813756 w 1649506"/>
              <a:gd name="csY10" fmla="*/ 2770094 h 2770094"/>
              <a:gd name="csX11" fmla="*/ 274923 w 1649506"/>
              <a:gd name="csY11" fmla="*/ 2770094 h 2770094"/>
              <a:gd name="csX12" fmla="*/ 0 w 1649506"/>
              <a:gd name="csY12" fmla="*/ 2495171 h 2770094"/>
              <a:gd name="csX13" fmla="*/ 0 w 1649506"/>
              <a:gd name="csY13" fmla="*/ 1940109 h 2770094"/>
              <a:gd name="csX14" fmla="*/ 0 w 1649506"/>
              <a:gd name="csY14" fmla="*/ 1407249 h 2770094"/>
              <a:gd name="csX15" fmla="*/ 0 w 1649506"/>
              <a:gd name="csY15" fmla="*/ 852187 h 2770094"/>
              <a:gd name="csX16" fmla="*/ 0 w 1649506"/>
              <a:gd name="csY16" fmla="*/ 274923 h 277009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1649506" h="2770094" extrusionOk="0">
                <a:moveTo>
                  <a:pt x="0" y="274923"/>
                </a:moveTo>
                <a:cubicBezTo>
                  <a:pt x="-6142" y="127138"/>
                  <a:pt x="122237" y="5440"/>
                  <a:pt x="274923" y="0"/>
                </a:cubicBezTo>
                <a:cubicBezTo>
                  <a:pt x="481633" y="-22656"/>
                  <a:pt x="563345" y="45231"/>
                  <a:pt x="824753" y="0"/>
                </a:cubicBezTo>
                <a:cubicBezTo>
                  <a:pt x="1086161" y="-45231"/>
                  <a:pt x="1231988" y="27084"/>
                  <a:pt x="1374583" y="0"/>
                </a:cubicBezTo>
                <a:cubicBezTo>
                  <a:pt x="1512090" y="-25470"/>
                  <a:pt x="1649431" y="127184"/>
                  <a:pt x="1649506" y="274923"/>
                </a:cubicBezTo>
                <a:cubicBezTo>
                  <a:pt x="1651323" y="517352"/>
                  <a:pt x="1593246" y="562665"/>
                  <a:pt x="1649506" y="763378"/>
                </a:cubicBezTo>
                <a:cubicBezTo>
                  <a:pt x="1705766" y="964092"/>
                  <a:pt x="1596443" y="1069156"/>
                  <a:pt x="1649506" y="1296237"/>
                </a:cubicBezTo>
                <a:cubicBezTo>
                  <a:pt x="1702569" y="1523318"/>
                  <a:pt x="1602892" y="1662728"/>
                  <a:pt x="1649506" y="1851299"/>
                </a:cubicBezTo>
                <a:cubicBezTo>
                  <a:pt x="1696120" y="2039870"/>
                  <a:pt x="1625712" y="2345645"/>
                  <a:pt x="1649506" y="2495171"/>
                </a:cubicBezTo>
                <a:cubicBezTo>
                  <a:pt x="1656152" y="2637387"/>
                  <a:pt x="1494163" y="2775936"/>
                  <a:pt x="1374583" y="2770094"/>
                </a:cubicBezTo>
                <a:cubicBezTo>
                  <a:pt x="1206810" y="2787676"/>
                  <a:pt x="993525" y="2741955"/>
                  <a:pt x="813756" y="2770094"/>
                </a:cubicBezTo>
                <a:cubicBezTo>
                  <a:pt x="633987" y="2798233"/>
                  <a:pt x="412602" y="2716332"/>
                  <a:pt x="274923" y="2770094"/>
                </a:cubicBezTo>
                <a:cubicBezTo>
                  <a:pt x="104467" y="2802247"/>
                  <a:pt x="-9357" y="2644011"/>
                  <a:pt x="0" y="2495171"/>
                </a:cubicBezTo>
                <a:cubicBezTo>
                  <a:pt x="-9100" y="2281479"/>
                  <a:pt x="52561" y="2147056"/>
                  <a:pt x="0" y="1940109"/>
                </a:cubicBezTo>
                <a:cubicBezTo>
                  <a:pt x="-52561" y="1733162"/>
                  <a:pt x="50195" y="1527961"/>
                  <a:pt x="0" y="1407249"/>
                </a:cubicBezTo>
                <a:cubicBezTo>
                  <a:pt x="-50195" y="1286537"/>
                  <a:pt x="65748" y="1103915"/>
                  <a:pt x="0" y="852187"/>
                </a:cubicBezTo>
                <a:cubicBezTo>
                  <a:pt x="-65748" y="600459"/>
                  <a:pt x="1231" y="407316"/>
                  <a:pt x="0" y="274923"/>
                </a:cubicBezTo>
                <a:close/>
              </a:path>
            </a:pathLst>
          </a:custGeom>
          <a:noFill/>
          <a:ln>
            <a:solidFill>
              <a:schemeClr val="tx2">
                <a:lumMod val="50000"/>
                <a:lumOff val="50000"/>
              </a:schemeClr>
            </a:solidFill>
            <a:extLst>
              <a:ext uri="{C807C97D-BFC1-408E-A445-0C87EB9F89A2}">
                <ask:lineSketchStyleProps xmlns:ask="http://schemas.microsoft.com/office/drawing/2018/sketchyshapes" sd="2981993050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nl-BE" dirty="0">
                <a:solidFill>
                  <a:sysClr val="windowText" lastClr="000000"/>
                </a:solidFill>
              </a:rPr>
              <a:t>team-xxx</a:t>
            </a:r>
          </a:p>
        </p:txBody>
      </p:sp>
      <p:sp>
        <p:nvSpPr>
          <p:cNvPr id="25" name="Rechthoek 24">
            <a:extLst>
              <a:ext uri="{FF2B5EF4-FFF2-40B4-BE49-F238E27FC236}">
                <a16:creationId xmlns:a16="http://schemas.microsoft.com/office/drawing/2014/main" id="{1C1231F8-1774-C669-B48C-66A807BBE27E}"/>
              </a:ext>
            </a:extLst>
          </p:cNvPr>
          <p:cNvSpPr/>
          <p:nvPr/>
        </p:nvSpPr>
        <p:spPr>
          <a:xfrm>
            <a:off x="10497674" y="3765177"/>
            <a:ext cx="977153" cy="582706"/>
          </a:xfrm>
          <a:prstGeom prst="rect">
            <a:avLst/>
          </a:prstGeom>
          <a:noFill/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BE" sz="1100" dirty="0">
                <a:solidFill>
                  <a:sysClr val="windowText" lastClr="000000"/>
                </a:solidFill>
              </a:rPr>
              <a:t>&lt;</a:t>
            </a:r>
            <a:r>
              <a:rPr lang="nl-BE" sz="1100" dirty="0" err="1">
                <a:solidFill>
                  <a:sysClr val="windowText" lastClr="000000"/>
                </a:solidFill>
              </a:rPr>
              <a:t>pod</a:t>
            </a:r>
            <a:r>
              <a:rPr lang="nl-BE" sz="1100" dirty="0">
                <a:solidFill>
                  <a:sysClr val="windowText" lastClr="000000"/>
                </a:solidFill>
              </a:rPr>
              <a:t>&gt;</a:t>
            </a:r>
          </a:p>
          <a:p>
            <a:pPr algn="ctr"/>
            <a:r>
              <a:rPr lang="nl-BE" sz="1100" dirty="0">
                <a:solidFill>
                  <a:sysClr val="windowText" lastClr="000000"/>
                </a:solidFill>
              </a:rPr>
              <a:t>Backend-ui</a:t>
            </a:r>
          </a:p>
        </p:txBody>
      </p:sp>
      <p:sp>
        <p:nvSpPr>
          <p:cNvPr id="26" name="Rechthoek 25">
            <a:extLst>
              <a:ext uri="{FF2B5EF4-FFF2-40B4-BE49-F238E27FC236}">
                <a16:creationId xmlns:a16="http://schemas.microsoft.com/office/drawing/2014/main" id="{3A87DD47-225B-FB8E-C27E-2E5A31D97C8B}"/>
              </a:ext>
            </a:extLst>
          </p:cNvPr>
          <p:cNvSpPr/>
          <p:nvPr/>
        </p:nvSpPr>
        <p:spPr>
          <a:xfrm>
            <a:off x="6642847" y="6060141"/>
            <a:ext cx="977153" cy="58270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BE" sz="1100" dirty="0"/>
              <a:t>&lt;ns&gt;</a:t>
            </a:r>
          </a:p>
          <a:p>
            <a:pPr algn="ctr"/>
            <a:r>
              <a:rPr lang="nl-BE" sz="1100" dirty="0"/>
              <a:t>Team-xxx</a:t>
            </a:r>
          </a:p>
        </p:txBody>
      </p:sp>
      <p:cxnSp>
        <p:nvCxnSpPr>
          <p:cNvPr id="28" name="Rechte verbindingslijn met pijl 27">
            <a:extLst>
              <a:ext uri="{FF2B5EF4-FFF2-40B4-BE49-F238E27FC236}">
                <a16:creationId xmlns:a16="http://schemas.microsoft.com/office/drawing/2014/main" id="{5DCE4A18-E542-9B72-D96B-06186F1733BA}"/>
              </a:ext>
            </a:extLst>
          </p:cNvPr>
          <p:cNvCxnSpPr>
            <a:stCxn id="13" idx="2"/>
            <a:endCxn id="26" idx="0"/>
          </p:cNvCxnSpPr>
          <p:nvPr/>
        </p:nvCxnSpPr>
        <p:spPr>
          <a:xfrm>
            <a:off x="7131424" y="4347883"/>
            <a:ext cx="0" cy="171225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Verbindingslijn: gebogen 29">
            <a:extLst>
              <a:ext uri="{FF2B5EF4-FFF2-40B4-BE49-F238E27FC236}">
                <a16:creationId xmlns:a16="http://schemas.microsoft.com/office/drawing/2014/main" id="{E2C0FD6D-E1FB-FAB7-CBEF-B1288BB32DF1}"/>
              </a:ext>
            </a:extLst>
          </p:cNvPr>
          <p:cNvCxnSpPr>
            <a:stCxn id="26" idx="3"/>
            <a:endCxn id="24" idx="2"/>
          </p:cNvCxnSpPr>
          <p:nvPr/>
        </p:nvCxnSpPr>
        <p:spPr>
          <a:xfrm flipV="1">
            <a:off x="7620000" y="4531660"/>
            <a:ext cx="3352803" cy="1819834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hthoek 30">
            <a:extLst>
              <a:ext uri="{FF2B5EF4-FFF2-40B4-BE49-F238E27FC236}">
                <a16:creationId xmlns:a16="http://schemas.microsoft.com/office/drawing/2014/main" id="{7E236D1D-10DF-D873-D146-F60184840600}"/>
              </a:ext>
            </a:extLst>
          </p:cNvPr>
          <p:cNvSpPr/>
          <p:nvPr/>
        </p:nvSpPr>
        <p:spPr>
          <a:xfrm>
            <a:off x="8408898" y="5414686"/>
            <a:ext cx="1416427" cy="58270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BE" sz="1100" dirty="0"/>
              <a:t>&lt;</a:t>
            </a:r>
            <a:r>
              <a:rPr lang="nl-BE" sz="1100" dirty="0" err="1"/>
              <a:t>argo</a:t>
            </a:r>
            <a:r>
              <a:rPr lang="nl-BE" sz="1100" dirty="0"/>
              <a:t> app&gt;</a:t>
            </a:r>
          </a:p>
          <a:p>
            <a:pPr algn="ctr"/>
            <a:r>
              <a:rPr lang="nl-BE" sz="1100" dirty="0"/>
              <a:t>Team-xxx-default</a:t>
            </a:r>
          </a:p>
        </p:txBody>
      </p:sp>
      <p:sp>
        <p:nvSpPr>
          <p:cNvPr id="32" name="Rechthoek 31">
            <a:extLst>
              <a:ext uri="{FF2B5EF4-FFF2-40B4-BE49-F238E27FC236}">
                <a16:creationId xmlns:a16="http://schemas.microsoft.com/office/drawing/2014/main" id="{57BBF742-4AF9-11FB-8CB6-E7687F8F7D5F}"/>
              </a:ext>
            </a:extLst>
          </p:cNvPr>
          <p:cNvSpPr/>
          <p:nvPr/>
        </p:nvSpPr>
        <p:spPr>
          <a:xfrm>
            <a:off x="8408898" y="4625794"/>
            <a:ext cx="1416427" cy="58270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BE" sz="1100" dirty="0"/>
              <a:t>&lt;</a:t>
            </a:r>
            <a:r>
              <a:rPr lang="nl-BE" sz="1100" dirty="0" err="1"/>
              <a:t>argo</a:t>
            </a:r>
            <a:r>
              <a:rPr lang="nl-BE" sz="1100" dirty="0"/>
              <a:t> project&gt;</a:t>
            </a:r>
          </a:p>
          <a:p>
            <a:pPr algn="ctr"/>
            <a:r>
              <a:rPr lang="nl-BE" sz="1100" dirty="0"/>
              <a:t>Team-xxx</a:t>
            </a:r>
          </a:p>
        </p:txBody>
      </p:sp>
      <p:sp>
        <p:nvSpPr>
          <p:cNvPr id="33" name="Rechthoek: afgeronde hoeken 32">
            <a:extLst>
              <a:ext uri="{FF2B5EF4-FFF2-40B4-BE49-F238E27FC236}">
                <a16:creationId xmlns:a16="http://schemas.microsoft.com/office/drawing/2014/main" id="{D242B79E-D5FA-D5C6-E945-9EF417D5C080}"/>
              </a:ext>
            </a:extLst>
          </p:cNvPr>
          <p:cNvSpPr/>
          <p:nvPr/>
        </p:nvSpPr>
        <p:spPr>
          <a:xfrm>
            <a:off x="8252011" y="1757082"/>
            <a:ext cx="1649506" cy="2770094"/>
          </a:xfrm>
          <a:custGeom>
            <a:avLst/>
            <a:gdLst>
              <a:gd name="csX0" fmla="*/ 0 w 1649506"/>
              <a:gd name="csY0" fmla="*/ 274923 h 2770094"/>
              <a:gd name="csX1" fmla="*/ 274923 w 1649506"/>
              <a:gd name="csY1" fmla="*/ 0 h 2770094"/>
              <a:gd name="csX2" fmla="*/ 824753 w 1649506"/>
              <a:gd name="csY2" fmla="*/ 0 h 2770094"/>
              <a:gd name="csX3" fmla="*/ 1374583 w 1649506"/>
              <a:gd name="csY3" fmla="*/ 0 h 2770094"/>
              <a:gd name="csX4" fmla="*/ 1649506 w 1649506"/>
              <a:gd name="csY4" fmla="*/ 274923 h 2770094"/>
              <a:gd name="csX5" fmla="*/ 1649506 w 1649506"/>
              <a:gd name="csY5" fmla="*/ 763378 h 2770094"/>
              <a:gd name="csX6" fmla="*/ 1649506 w 1649506"/>
              <a:gd name="csY6" fmla="*/ 1296237 h 2770094"/>
              <a:gd name="csX7" fmla="*/ 1649506 w 1649506"/>
              <a:gd name="csY7" fmla="*/ 1851299 h 2770094"/>
              <a:gd name="csX8" fmla="*/ 1649506 w 1649506"/>
              <a:gd name="csY8" fmla="*/ 2495171 h 2770094"/>
              <a:gd name="csX9" fmla="*/ 1374583 w 1649506"/>
              <a:gd name="csY9" fmla="*/ 2770094 h 2770094"/>
              <a:gd name="csX10" fmla="*/ 813756 w 1649506"/>
              <a:gd name="csY10" fmla="*/ 2770094 h 2770094"/>
              <a:gd name="csX11" fmla="*/ 274923 w 1649506"/>
              <a:gd name="csY11" fmla="*/ 2770094 h 2770094"/>
              <a:gd name="csX12" fmla="*/ 0 w 1649506"/>
              <a:gd name="csY12" fmla="*/ 2495171 h 2770094"/>
              <a:gd name="csX13" fmla="*/ 0 w 1649506"/>
              <a:gd name="csY13" fmla="*/ 1940109 h 2770094"/>
              <a:gd name="csX14" fmla="*/ 0 w 1649506"/>
              <a:gd name="csY14" fmla="*/ 1407249 h 2770094"/>
              <a:gd name="csX15" fmla="*/ 0 w 1649506"/>
              <a:gd name="csY15" fmla="*/ 852187 h 2770094"/>
              <a:gd name="csX16" fmla="*/ 0 w 1649506"/>
              <a:gd name="csY16" fmla="*/ 274923 h 277009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1649506" h="2770094" extrusionOk="0">
                <a:moveTo>
                  <a:pt x="0" y="274923"/>
                </a:moveTo>
                <a:cubicBezTo>
                  <a:pt x="-6142" y="127138"/>
                  <a:pt x="122237" y="5440"/>
                  <a:pt x="274923" y="0"/>
                </a:cubicBezTo>
                <a:cubicBezTo>
                  <a:pt x="481633" y="-22656"/>
                  <a:pt x="563345" y="45231"/>
                  <a:pt x="824753" y="0"/>
                </a:cubicBezTo>
                <a:cubicBezTo>
                  <a:pt x="1086161" y="-45231"/>
                  <a:pt x="1231988" y="27084"/>
                  <a:pt x="1374583" y="0"/>
                </a:cubicBezTo>
                <a:cubicBezTo>
                  <a:pt x="1512090" y="-25470"/>
                  <a:pt x="1649431" y="127184"/>
                  <a:pt x="1649506" y="274923"/>
                </a:cubicBezTo>
                <a:cubicBezTo>
                  <a:pt x="1651323" y="517352"/>
                  <a:pt x="1593246" y="562665"/>
                  <a:pt x="1649506" y="763378"/>
                </a:cubicBezTo>
                <a:cubicBezTo>
                  <a:pt x="1705766" y="964092"/>
                  <a:pt x="1596443" y="1069156"/>
                  <a:pt x="1649506" y="1296237"/>
                </a:cubicBezTo>
                <a:cubicBezTo>
                  <a:pt x="1702569" y="1523318"/>
                  <a:pt x="1602892" y="1662728"/>
                  <a:pt x="1649506" y="1851299"/>
                </a:cubicBezTo>
                <a:cubicBezTo>
                  <a:pt x="1696120" y="2039870"/>
                  <a:pt x="1625712" y="2345645"/>
                  <a:pt x="1649506" y="2495171"/>
                </a:cubicBezTo>
                <a:cubicBezTo>
                  <a:pt x="1656152" y="2637387"/>
                  <a:pt x="1494163" y="2775936"/>
                  <a:pt x="1374583" y="2770094"/>
                </a:cubicBezTo>
                <a:cubicBezTo>
                  <a:pt x="1206810" y="2787676"/>
                  <a:pt x="993525" y="2741955"/>
                  <a:pt x="813756" y="2770094"/>
                </a:cubicBezTo>
                <a:cubicBezTo>
                  <a:pt x="633987" y="2798233"/>
                  <a:pt x="412602" y="2716332"/>
                  <a:pt x="274923" y="2770094"/>
                </a:cubicBezTo>
                <a:cubicBezTo>
                  <a:pt x="104467" y="2802247"/>
                  <a:pt x="-9357" y="2644011"/>
                  <a:pt x="0" y="2495171"/>
                </a:cubicBezTo>
                <a:cubicBezTo>
                  <a:pt x="-9100" y="2281479"/>
                  <a:pt x="52561" y="2147056"/>
                  <a:pt x="0" y="1940109"/>
                </a:cubicBezTo>
                <a:cubicBezTo>
                  <a:pt x="-52561" y="1733162"/>
                  <a:pt x="50195" y="1527961"/>
                  <a:pt x="0" y="1407249"/>
                </a:cubicBezTo>
                <a:cubicBezTo>
                  <a:pt x="-50195" y="1286537"/>
                  <a:pt x="65748" y="1103915"/>
                  <a:pt x="0" y="852187"/>
                </a:cubicBezTo>
                <a:cubicBezTo>
                  <a:pt x="-65748" y="600459"/>
                  <a:pt x="1231" y="407316"/>
                  <a:pt x="0" y="274923"/>
                </a:cubicBezTo>
                <a:close/>
              </a:path>
            </a:pathLst>
          </a:custGeom>
          <a:noFill/>
          <a:ln>
            <a:solidFill>
              <a:srgbClr val="00B050"/>
            </a:solidFill>
            <a:extLst>
              <a:ext uri="{C807C97D-BFC1-408E-A445-0C87EB9F89A2}">
                <ask:lineSketchStyleProps xmlns:ask="http://schemas.microsoft.com/office/drawing/2018/sketchyshapes" sd="2981993050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nl-BE" dirty="0" err="1">
                <a:solidFill>
                  <a:sysClr val="windowText" lastClr="000000"/>
                </a:solidFill>
              </a:rPr>
              <a:t>argocd</a:t>
            </a:r>
            <a:endParaRPr lang="nl-BE" dirty="0">
              <a:solidFill>
                <a:sysClr val="windowText" lastClr="000000"/>
              </a:solidFill>
            </a:endParaRPr>
          </a:p>
        </p:txBody>
      </p:sp>
      <p:sp>
        <p:nvSpPr>
          <p:cNvPr id="34" name="Rechthoek 33">
            <a:extLst>
              <a:ext uri="{FF2B5EF4-FFF2-40B4-BE49-F238E27FC236}">
                <a16:creationId xmlns:a16="http://schemas.microsoft.com/office/drawing/2014/main" id="{D8C458A7-4BC5-EC92-4030-1A9C2C926F7A}"/>
              </a:ext>
            </a:extLst>
          </p:cNvPr>
          <p:cNvSpPr/>
          <p:nvPr/>
        </p:nvSpPr>
        <p:spPr>
          <a:xfrm>
            <a:off x="10484226" y="3142129"/>
            <a:ext cx="977153" cy="582706"/>
          </a:xfrm>
          <a:prstGeom prst="rect">
            <a:avLst/>
          </a:prstGeom>
          <a:noFill/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BE" sz="1100" dirty="0">
                <a:solidFill>
                  <a:sysClr val="windowText" lastClr="000000"/>
                </a:solidFill>
              </a:rPr>
              <a:t>&lt;service&gt;</a:t>
            </a:r>
          </a:p>
        </p:txBody>
      </p:sp>
      <p:sp>
        <p:nvSpPr>
          <p:cNvPr id="35" name="Rechthoek 34">
            <a:extLst>
              <a:ext uri="{FF2B5EF4-FFF2-40B4-BE49-F238E27FC236}">
                <a16:creationId xmlns:a16="http://schemas.microsoft.com/office/drawing/2014/main" id="{4A3B5B54-3D21-61E7-07A5-10342FE715F0}"/>
              </a:ext>
            </a:extLst>
          </p:cNvPr>
          <p:cNvSpPr/>
          <p:nvPr/>
        </p:nvSpPr>
        <p:spPr>
          <a:xfrm>
            <a:off x="10484226" y="2519081"/>
            <a:ext cx="977153" cy="582706"/>
          </a:xfrm>
          <a:prstGeom prst="rect">
            <a:avLst/>
          </a:prstGeom>
          <a:noFill/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BE" sz="1100" dirty="0">
                <a:solidFill>
                  <a:sysClr val="windowText" lastClr="000000"/>
                </a:solidFill>
              </a:rPr>
              <a:t>&lt;</a:t>
            </a:r>
            <a:r>
              <a:rPr lang="nl-BE" sz="1100" dirty="0" err="1">
                <a:solidFill>
                  <a:sysClr val="windowText" lastClr="000000"/>
                </a:solidFill>
              </a:rPr>
              <a:t>ingress</a:t>
            </a:r>
            <a:r>
              <a:rPr lang="nl-BE" sz="1100" dirty="0">
                <a:solidFill>
                  <a:sysClr val="windowText" lastClr="000000"/>
                </a:solidFill>
              </a:rPr>
              <a:t>&gt;</a:t>
            </a:r>
          </a:p>
        </p:txBody>
      </p:sp>
      <p:sp>
        <p:nvSpPr>
          <p:cNvPr id="37" name="Rechthoek 36">
            <a:extLst>
              <a:ext uri="{FF2B5EF4-FFF2-40B4-BE49-F238E27FC236}">
                <a16:creationId xmlns:a16="http://schemas.microsoft.com/office/drawing/2014/main" id="{DDE7A69A-FCA3-37B9-F57C-0C91F427E329}"/>
              </a:ext>
            </a:extLst>
          </p:cNvPr>
          <p:cNvSpPr/>
          <p:nvPr/>
        </p:nvSpPr>
        <p:spPr>
          <a:xfrm>
            <a:off x="8597152" y="3758452"/>
            <a:ext cx="977153" cy="582706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BE" sz="1100" dirty="0">
                <a:solidFill>
                  <a:sysClr val="windowText" lastClr="000000"/>
                </a:solidFill>
              </a:rPr>
              <a:t>&lt;</a:t>
            </a:r>
            <a:r>
              <a:rPr lang="nl-BE" sz="1100" dirty="0" err="1">
                <a:solidFill>
                  <a:sysClr val="windowText" lastClr="000000"/>
                </a:solidFill>
              </a:rPr>
              <a:t>pod</a:t>
            </a:r>
            <a:r>
              <a:rPr lang="nl-BE" sz="1100" dirty="0">
                <a:solidFill>
                  <a:sysClr val="windowText" lastClr="000000"/>
                </a:solidFill>
              </a:rPr>
              <a:t>&gt;</a:t>
            </a:r>
          </a:p>
          <a:p>
            <a:pPr algn="ctr"/>
            <a:r>
              <a:rPr lang="nl-BE" sz="1100" dirty="0" err="1">
                <a:solidFill>
                  <a:sysClr val="windowText" lastClr="000000"/>
                </a:solidFill>
              </a:rPr>
              <a:t>Argocd</a:t>
            </a:r>
            <a:r>
              <a:rPr lang="nl-BE" sz="1100" dirty="0">
                <a:solidFill>
                  <a:sysClr val="windowText" lastClr="000000"/>
                </a:solidFill>
              </a:rPr>
              <a:t>-server</a:t>
            </a:r>
          </a:p>
        </p:txBody>
      </p:sp>
      <p:sp>
        <p:nvSpPr>
          <p:cNvPr id="38" name="Rechthoek 37">
            <a:extLst>
              <a:ext uri="{FF2B5EF4-FFF2-40B4-BE49-F238E27FC236}">
                <a16:creationId xmlns:a16="http://schemas.microsoft.com/office/drawing/2014/main" id="{2B09DCE7-B186-ED1A-581B-6A7AC7CDC168}"/>
              </a:ext>
            </a:extLst>
          </p:cNvPr>
          <p:cNvSpPr/>
          <p:nvPr/>
        </p:nvSpPr>
        <p:spPr>
          <a:xfrm>
            <a:off x="8583704" y="3135404"/>
            <a:ext cx="977153" cy="582706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BE" sz="1100" dirty="0">
                <a:solidFill>
                  <a:sysClr val="windowText" lastClr="000000"/>
                </a:solidFill>
              </a:rPr>
              <a:t>&lt;service&gt;</a:t>
            </a:r>
          </a:p>
        </p:txBody>
      </p:sp>
      <p:sp>
        <p:nvSpPr>
          <p:cNvPr id="39" name="Rechthoek 38">
            <a:extLst>
              <a:ext uri="{FF2B5EF4-FFF2-40B4-BE49-F238E27FC236}">
                <a16:creationId xmlns:a16="http://schemas.microsoft.com/office/drawing/2014/main" id="{DB35D8C7-4CFD-E109-D8DD-1642AB66F355}"/>
              </a:ext>
            </a:extLst>
          </p:cNvPr>
          <p:cNvSpPr/>
          <p:nvPr/>
        </p:nvSpPr>
        <p:spPr>
          <a:xfrm>
            <a:off x="8583704" y="2512356"/>
            <a:ext cx="977153" cy="582706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BE" sz="1100" dirty="0">
                <a:solidFill>
                  <a:sysClr val="windowText" lastClr="000000"/>
                </a:solidFill>
              </a:rPr>
              <a:t>&lt;</a:t>
            </a:r>
            <a:r>
              <a:rPr lang="nl-BE" sz="1100" dirty="0" err="1">
                <a:solidFill>
                  <a:sysClr val="windowText" lastClr="000000"/>
                </a:solidFill>
              </a:rPr>
              <a:t>ingress</a:t>
            </a:r>
            <a:r>
              <a:rPr lang="nl-BE" sz="1100" dirty="0">
                <a:solidFill>
                  <a:sysClr val="windowText" lastClr="000000"/>
                </a:solidFill>
              </a:rPr>
              <a:t>&gt;</a:t>
            </a:r>
          </a:p>
        </p:txBody>
      </p:sp>
      <p:cxnSp>
        <p:nvCxnSpPr>
          <p:cNvPr id="43" name="Verbindingslijn: gebogen 42">
            <a:extLst>
              <a:ext uri="{FF2B5EF4-FFF2-40B4-BE49-F238E27FC236}">
                <a16:creationId xmlns:a16="http://schemas.microsoft.com/office/drawing/2014/main" id="{F9DD639F-091A-4D46-86CD-1567535A55AE}"/>
              </a:ext>
            </a:extLst>
          </p:cNvPr>
          <p:cNvCxnSpPr>
            <a:stCxn id="13" idx="2"/>
            <a:endCxn id="32" idx="1"/>
          </p:cNvCxnSpPr>
          <p:nvPr/>
        </p:nvCxnSpPr>
        <p:spPr>
          <a:xfrm rot="16200000" flipH="1">
            <a:off x="7485529" y="3993778"/>
            <a:ext cx="569264" cy="1277474"/>
          </a:xfrm>
          <a:prstGeom prst="bent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Verbindingslijn: gebogen 44">
            <a:extLst>
              <a:ext uri="{FF2B5EF4-FFF2-40B4-BE49-F238E27FC236}">
                <a16:creationId xmlns:a16="http://schemas.microsoft.com/office/drawing/2014/main" id="{A20D0305-6432-DB81-7670-4380BC147324}"/>
              </a:ext>
            </a:extLst>
          </p:cNvPr>
          <p:cNvCxnSpPr>
            <a:stCxn id="13" idx="2"/>
            <a:endCxn id="31" idx="1"/>
          </p:cNvCxnSpPr>
          <p:nvPr/>
        </p:nvCxnSpPr>
        <p:spPr>
          <a:xfrm rot="16200000" flipH="1">
            <a:off x="7091083" y="4388224"/>
            <a:ext cx="1358156" cy="1277474"/>
          </a:xfrm>
          <a:prstGeom prst="bent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kstvak 45">
            <a:extLst>
              <a:ext uri="{FF2B5EF4-FFF2-40B4-BE49-F238E27FC236}">
                <a16:creationId xmlns:a16="http://schemas.microsoft.com/office/drawing/2014/main" id="{45A93242-6110-CE3F-03C9-D726C9CD5F93}"/>
              </a:ext>
            </a:extLst>
          </p:cNvPr>
          <p:cNvSpPr txBox="1"/>
          <p:nvPr/>
        </p:nvSpPr>
        <p:spPr>
          <a:xfrm>
            <a:off x="7150076" y="4857385"/>
            <a:ext cx="79265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dirty="0" err="1">
                <a:solidFill>
                  <a:srgbClr val="FF0000"/>
                </a:solidFill>
              </a:rPr>
              <a:t>deploys</a:t>
            </a:r>
            <a:endParaRPr lang="nl-BE" sz="1400" dirty="0">
              <a:solidFill>
                <a:srgbClr val="FF0000"/>
              </a:solidFill>
            </a:endParaRPr>
          </a:p>
        </p:txBody>
      </p:sp>
      <p:sp>
        <p:nvSpPr>
          <p:cNvPr id="47" name="Rechthoek 46">
            <a:extLst>
              <a:ext uri="{FF2B5EF4-FFF2-40B4-BE49-F238E27FC236}">
                <a16:creationId xmlns:a16="http://schemas.microsoft.com/office/drawing/2014/main" id="{DBDD9268-E31E-3AA1-24C4-1A9F2A4EA609}"/>
              </a:ext>
            </a:extLst>
          </p:cNvPr>
          <p:cNvSpPr/>
          <p:nvPr/>
        </p:nvSpPr>
        <p:spPr>
          <a:xfrm>
            <a:off x="10484225" y="823635"/>
            <a:ext cx="977153" cy="582706"/>
          </a:xfrm>
          <a:prstGeom prst="rect">
            <a:avLst/>
          </a:prstGeom>
          <a:noFill/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BE" sz="1100" dirty="0">
                <a:solidFill>
                  <a:sysClr val="windowText" lastClr="000000"/>
                </a:solidFill>
              </a:rPr>
              <a:t>&lt;git </a:t>
            </a:r>
            <a:r>
              <a:rPr lang="nl-BE" sz="1100" dirty="0" err="1">
                <a:solidFill>
                  <a:sysClr val="windowText" lastClr="000000"/>
                </a:solidFill>
              </a:rPr>
              <a:t>repo</a:t>
            </a:r>
            <a:r>
              <a:rPr lang="nl-BE" sz="1100" dirty="0">
                <a:solidFill>
                  <a:sysClr val="windowText" lastClr="000000"/>
                </a:solidFill>
              </a:rPr>
              <a:t>&gt;</a:t>
            </a:r>
          </a:p>
          <a:p>
            <a:pPr algn="ctr"/>
            <a:r>
              <a:rPr lang="nl-BE" sz="1100" dirty="0">
                <a:solidFill>
                  <a:sysClr val="windowText" lastClr="000000"/>
                </a:solidFill>
              </a:rPr>
              <a:t>Team-xxx</a:t>
            </a:r>
          </a:p>
        </p:txBody>
      </p:sp>
      <p:sp>
        <p:nvSpPr>
          <p:cNvPr id="48" name="Rechthoek: afgeronde hoeken 47">
            <a:extLst>
              <a:ext uri="{FF2B5EF4-FFF2-40B4-BE49-F238E27FC236}">
                <a16:creationId xmlns:a16="http://schemas.microsoft.com/office/drawing/2014/main" id="{FF8BE3A7-5B0D-4D64-49CB-BBCD80D5E005}"/>
              </a:ext>
            </a:extLst>
          </p:cNvPr>
          <p:cNvSpPr/>
          <p:nvPr/>
        </p:nvSpPr>
        <p:spPr>
          <a:xfrm>
            <a:off x="331693" y="1757082"/>
            <a:ext cx="1649506" cy="2770094"/>
          </a:xfrm>
          <a:custGeom>
            <a:avLst/>
            <a:gdLst>
              <a:gd name="csX0" fmla="*/ 0 w 1649506"/>
              <a:gd name="csY0" fmla="*/ 274923 h 2770094"/>
              <a:gd name="csX1" fmla="*/ 274923 w 1649506"/>
              <a:gd name="csY1" fmla="*/ 0 h 2770094"/>
              <a:gd name="csX2" fmla="*/ 824753 w 1649506"/>
              <a:gd name="csY2" fmla="*/ 0 h 2770094"/>
              <a:gd name="csX3" fmla="*/ 1374583 w 1649506"/>
              <a:gd name="csY3" fmla="*/ 0 h 2770094"/>
              <a:gd name="csX4" fmla="*/ 1649506 w 1649506"/>
              <a:gd name="csY4" fmla="*/ 274923 h 2770094"/>
              <a:gd name="csX5" fmla="*/ 1649506 w 1649506"/>
              <a:gd name="csY5" fmla="*/ 763378 h 2770094"/>
              <a:gd name="csX6" fmla="*/ 1649506 w 1649506"/>
              <a:gd name="csY6" fmla="*/ 1296237 h 2770094"/>
              <a:gd name="csX7" fmla="*/ 1649506 w 1649506"/>
              <a:gd name="csY7" fmla="*/ 1851299 h 2770094"/>
              <a:gd name="csX8" fmla="*/ 1649506 w 1649506"/>
              <a:gd name="csY8" fmla="*/ 2495171 h 2770094"/>
              <a:gd name="csX9" fmla="*/ 1374583 w 1649506"/>
              <a:gd name="csY9" fmla="*/ 2770094 h 2770094"/>
              <a:gd name="csX10" fmla="*/ 813756 w 1649506"/>
              <a:gd name="csY10" fmla="*/ 2770094 h 2770094"/>
              <a:gd name="csX11" fmla="*/ 274923 w 1649506"/>
              <a:gd name="csY11" fmla="*/ 2770094 h 2770094"/>
              <a:gd name="csX12" fmla="*/ 0 w 1649506"/>
              <a:gd name="csY12" fmla="*/ 2495171 h 2770094"/>
              <a:gd name="csX13" fmla="*/ 0 w 1649506"/>
              <a:gd name="csY13" fmla="*/ 1940109 h 2770094"/>
              <a:gd name="csX14" fmla="*/ 0 w 1649506"/>
              <a:gd name="csY14" fmla="*/ 1407249 h 2770094"/>
              <a:gd name="csX15" fmla="*/ 0 w 1649506"/>
              <a:gd name="csY15" fmla="*/ 852187 h 2770094"/>
              <a:gd name="csX16" fmla="*/ 0 w 1649506"/>
              <a:gd name="csY16" fmla="*/ 274923 h 277009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1649506" h="2770094" extrusionOk="0">
                <a:moveTo>
                  <a:pt x="0" y="274923"/>
                </a:moveTo>
                <a:cubicBezTo>
                  <a:pt x="-6142" y="127138"/>
                  <a:pt x="122237" y="5440"/>
                  <a:pt x="274923" y="0"/>
                </a:cubicBezTo>
                <a:cubicBezTo>
                  <a:pt x="481633" y="-22656"/>
                  <a:pt x="563345" y="45231"/>
                  <a:pt x="824753" y="0"/>
                </a:cubicBezTo>
                <a:cubicBezTo>
                  <a:pt x="1086161" y="-45231"/>
                  <a:pt x="1231988" y="27084"/>
                  <a:pt x="1374583" y="0"/>
                </a:cubicBezTo>
                <a:cubicBezTo>
                  <a:pt x="1512090" y="-25470"/>
                  <a:pt x="1649431" y="127184"/>
                  <a:pt x="1649506" y="274923"/>
                </a:cubicBezTo>
                <a:cubicBezTo>
                  <a:pt x="1651323" y="517352"/>
                  <a:pt x="1593246" y="562665"/>
                  <a:pt x="1649506" y="763378"/>
                </a:cubicBezTo>
                <a:cubicBezTo>
                  <a:pt x="1705766" y="964092"/>
                  <a:pt x="1596443" y="1069156"/>
                  <a:pt x="1649506" y="1296237"/>
                </a:cubicBezTo>
                <a:cubicBezTo>
                  <a:pt x="1702569" y="1523318"/>
                  <a:pt x="1602892" y="1662728"/>
                  <a:pt x="1649506" y="1851299"/>
                </a:cubicBezTo>
                <a:cubicBezTo>
                  <a:pt x="1696120" y="2039870"/>
                  <a:pt x="1625712" y="2345645"/>
                  <a:pt x="1649506" y="2495171"/>
                </a:cubicBezTo>
                <a:cubicBezTo>
                  <a:pt x="1656152" y="2637387"/>
                  <a:pt x="1494163" y="2775936"/>
                  <a:pt x="1374583" y="2770094"/>
                </a:cubicBezTo>
                <a:cubicBezTo>
                  <a:pt x="1206810" y="2787676"/>
                  <a:pt x="993525" y="2741955"/>
                  <a:pt x="813756" y="2770094"/>
                </a:cubicBezTo>
                <a:cubicBezTo>
                  <a:pt x="633987" y="2798233"/>
                  <a:pt x="412602" y="2716332"/>
                  <a:pt x="274923" y="2770094"/>
                </a:cubicBezTo>
                <a:cubicBezTo>
                  <a:pt x="104467" y="2802247"/>
                  <a:pt x="-9357" y="2644011"/>
                  <a:pt x="0" y="2495171"/>
                </a:cubicBezTo>
                <a:cubicBezTo>
                  <a:pt x="-9100" y="2281479"/>
                  <a:pt x="52561" y="2147056"/>
                  <a:pt x="0" y="1940109"/>
                </a:cubicBezTo>
                <a:cubicBezTo>
                  <a:pt x="-52561" y="1733162"/>
                  <a:pt x="50195" y="1527961"/>
                  <a:pt x="0" y="1407249"/>
                </a:cubicBezTo>
                <a:cubicBezTo>
                  <a:pt x="-50195" y="1286537"/>
                  <a:pt x="65748" y="1103915"/>
                  <a:pt x="0" y="852187"/>
                </a:cubicBezTo>
                <a:cubicBezTo>
                  <a:pt x="-65748" y="600459"/>
                  <a:pt x="1231" y="407316"/>
                  <a:pt x="0" y="274923"/>
                </a:cubicBezTo>
                <a:close/>
              </a:path>
            </a:pathLst>
          </a:custGeom>
          <a:noFill/>
          <a:ln>
            <a:solidFill>
              <a:srgbClr val="00B050"/>
            </a:solidFill>
            <a:extLst>
              <a:ext uri="{C807C97D-BFC1-408E-A445-0C87EB9F89A2}">
                <ask:lineSketchStyleProps xmlns:ask="http://schemas.microsoft.com/office/drawing/2018/sketchyshapes" sd="2981993050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nl-BE" dirty="0" err="1">
                <a:solidFill>
                  <a:sysClr val="windowText" lastClr="000000"/>
                </a:solidFill>
              </a:rPr>
              <a:t>keycloak</a:t>
            </a:r>
            <a:endParaRPr lang="nl-BE" dirty="0">
              <a:solidFill>
                <a:sysClr val="windowText" lastClr="000000"/>
              </a:solidFill>
            </a:endParaRPr>
          </a:p>
        </p:txBody>
      </p:sp>
      <p:sp>
        <p:nvSpPr>
          <p:cNvPr id="53" name="Rechthoek 52">
            <a:extLst>
              <a:ext uri="{FF2B5EF4-FFF2-40B4-BE49-F238E27FC236}">
                <a16:creationId xmlns:a16="http://schemas.microsoft.com/office/drawing/2014/main" id="{8C581652-A55D-CA0D-6EE0-2D500C7322FB}"/>
              </a:ext>
            </a:extLst>
          </p:cNvPr>
          <p:cNvSpPr/>
          <p:nvPr/>
        </p:nvSpPr>
        <p:spPr>
          <a:xfrm>
            <a:off x="883021" y="168087"/>
            <a:ext cx="10699379" cy="41238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BE" sz="1100" dirty="0">
                <a:solidFill>
                  <a:schemeClr val="tx1"/>
                </a:solidFill>
              </a:rPr>
              <a:t>Browser</a:t>
            </a:r>
          </a:p>
        </p:txBody>
      </p:sp>
      <p:cxnSp>
        <p:nvCxnSpPr>
          <p:cNvPr id="55" name="Verbindingslijn: gebogen 54">
            <a:extLst>
              <a:ext uri="{FF2B5EF4-FFF2-40B4-BE49-F238E27FC236}">
                <a16:creationId xmlns:a16="http://schemas.microsoft.com/office/drawing/2014/main" id="{96C5A21F-4408-88C1-522E-CCFC93586E8A}"/>
              </a:ext>
            </a:extLst>
          </p:cNvPr>
          <p:cNvCxnSpPr>
            <a:cxnSpLocks/>
            <a:stCxn id="79" idx="2"/>
            <a:endCxn id="7" idx="1"/>
          </p:cNvCxnSpPr>
          <p:nvPr/>
        </p:nvCxnSpPr>
        <p:spPr>
          <a:xfrm rot="16200000" flipH="1">
            <a:off x="1289798" y="1460128"/>
            <a:ext cx="2234449" cy="475129"/>
          </a:xfrm>
          <a:prstGeom prst="bentConnector2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Verbindingslijn: gebogen 58">
            <a:extLst>
              <a:ext uri="{FF2B5EF4-FFF2-40B4-BE49-F238E27FC236}">
                <a16:creationId xmlns:a16="http://schemas.microsoft.com/office/drawing/2014/main" id="{B8FB9838-D022-3715-4098-E00848B63CF0}"/>
              </a:ext>
            </a:extLst>
          </p:cNvPr>
          <p:cNvCxnSpPr>
            <a:cxnSpLocks/>
            <a:stCxn id="53" idx="1"/>
            <a:endCxn id="89" idx="1"/>
          </p:cNvCxnSpPr>
          <p:nvPr/>
        </p:nvCxnSpPr>
        <p:spPr>
          <a:xfrm rot="10800000" flipV="1">
            <a:off x="697003" y="374277"/>
            <a:ext cx="186019" cy="2429431"/>
          </a:xfrm>
          <a:prstGeom prst="bentConnector3">
            <a:avLst>
              <a:gd name="adj1" fmla="val 401203"/>
            </a:avLst>
          </a:prstGeom>
          <a:ln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Rechthoek 86">
            <a:extLst>
              <a:ext uri="{FF2B5EF4-FFF2-40B4-BE49-F238E27FC236}">
                <a16:creationId xmlns:a16="http://schemas.microsoft.com/office/drawing/2014/main" id="{D8C09A24-1FDA-7338-396D-2A30B3DB3848}"/>
              </a:ext>
            </a:extLst>
          </p:cNvPr>
          <p:cNvSpPr/>
          <p:nvPr/>
        </p:nvSpPr>
        <p:spPr>
          <a:xfrm>
            <a:off x="697002" y="3758452"/>
            <a:ext cx="977153" cy="582706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BE" sz="1100" dirty="0">
                <a:solidFill>
                  <a:sysClr val="windowText" lastClr="000000"/>
                </a:solidFill>
              </a:rPr>
              <a:t>&lt;</a:t>
            </a:r>
            <a:r>
              <a:rPr lang="nl-BE" sz="1100" dirty="0" err="1">
                <a:solidFill>
                  <a:sysClr val="windowText" lastClr="000000"/>
                </a:solidFill>
              </a:rPr>
              <a:t>pod</a:t>
            </a:r>
            <a:r>
              <a:rPr lang="nl-BE" sz="1100" dirty="0">
                <a:solidFill>
                  <a:sysClr val="windowText" lastClr="000000"/>
                </a:solidFill>
              </a:rPr>
              <a:t>&gt;</a:t>
            </a:r>
          </a:p>
          <a:p>
            <a:pPr algn="ctr"/>
            <a:r>
              <a:rPr lang="nl-BE" sz="1100" dirty="0">
                <a:solidFill>
                  <a:sysClr val="windowText" lastClr="000000"/>
                </a:solidFill>
              </a:rPr>
              <a:t>Teams-ui</a:t>
            </a:r>
          </a:p>
        </p:txBody>
      </p:sp>
      <p:sp>
        <p:nvSpPr>
          <p:cNvPr id="88" name="Rechthoek 87">
            <a:extLst>
              <a:ext uri="{FF2B5EF4-FFF2-40B4-BE49-F238E27FC236}">
                <a16:creationId xmlns:a16="http://schemas.microsoft.com/office/drawing/2014/main" id="{C0B901F1-A017-3E6B-1F16-D319D0311A5B}"/>
              </a:ext>
            </a:extLst>
          </p:cNvPr>
          <p:cNvSpPr/>
          <p:nvPr/>
        </p:nvSpPr>
        <p:spPr>
          <a:xfrm>
            <a:off x="697002" y="3135404"/>
            <a:ext cx="977153" cy="582706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BE" sz="1100" dirty="0">
                <a:solidFill>
                  <a:sysClr val="windowText" lastClr="000000"/>
                </a:solidFill>
              </a:rPr>
              <a:t>&lt;service&gt;</a:t>
            </a:r>
          </a:p>
        </p:txBody>
      </p:sp>
      <p:sp>
        <p:nvSpPr>
          <p:cNvPr id="89" name="Rechthoek 88">
            <a:extLst>
              <a:ext uri="{FF2B5EF4-FFF2-40B4-BE49-F238E27FC236}">
                <a16:creationId xmlns:a16="http://schemas.microsoft.com/office/drawing/2014/main" id="{ECFDF3E8-5CEC-AB4D-0674-D11E6D15CA7A}"/>
              </a:ext>
            </a:extLst>
          </p:cNvPr>
          <p:cNvSpPr/>
          <p:nvPr/>
        </p:nvSpPr>
        <p:spPr>
          <a:xfrm>
            <a:off x="697002" y="2512356"/>
            <a:ext cx="977153" cy="582706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BE" sz="1100" dirty="0">
                <a:solidFill>
                  <a:sysClr val="windowText" lastClr="000000"/>
                </a:solidFill>
              </a:rPr>
              <a:t>&lt;</a:t>
            </a:r>
            <a:r>
              <a:rPr lang="nl-BE" sz="1100" dirty="0" err="1">
                <a:solidFill>
                  <a:sysClr val="windowText" lastClr="000000"/>
                </a:solidFill>
              </a:rPr>
              <a:t>ingress</a:t>
            </a:r>
            <a:r>
              <a:rPr lang="nl-BE" sz="1100" dirty="0">
                <a:solidFill>
                  <a:sysClr val="windowText" lastClr="000000"/>
                </a:solidFill>
              </a:rPr>
              <a:t>&gt;</a:t>
            </a:r>
          </a:p>
        </p:txBody>
      </p:sp>
      <p:cxnSp>
        <p:nvCxnSpPr>
          <p:cNvPr id="92" name="Verbindingslijn: gebogen 91">
            <a:extLst>
              <a:ext uri="{FF2B5EF4-FFF2-40B4-BE49-F238E27FC236}">
                <a16:creationId xmlns:a16="http://schemas.microsoft.com/office/drawing/2014/main" id="{63A10A37-E370-4ACD-D564-E4B5F34F4A15}"/>
              </a:ext>
            </a:extLst>
          </p:cNvPr>
          <p:cNvCxnSpPr>
            <a:cxnSpLocks/>
            <a:stCxn id="53" idx="3"/>
            <a:endCxn id="35" idx="3"/>
          </p:cNvCxnSpPr>
          <p:nvPr/>
        </p:nvCxnSpPr>
        <p:spPr>
          <a:xfrm flipH="1">
            <a:off x="11461379" y="374278"/>
            <a:ext cx="121021" cy="2436156"/>
          </a:xfrm>
          <a:prstGeom prst="bentConnector3">
            <a:avLst>
              <a:gd name="adj1" fmla="val -300006"/>
            </a:avLst>
          </a:prstGeom>
          <a:ln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Verbindingslijn: gebogen 98">
            <a:extLst>
              <a:ext uri="{FF2B5EF4-FFF2-40B4-BE49-F238E27FC236}">
                <a16:creationId xmlns:a16="http://schemas.microsoft.com/office/drawing/2014/main" id="{2102B3E8-74B2-F731-9F30-A615C4B488CC}"/>
              </a:ext>
            </a:extLst>
          </p:cNvPr>
          <p:cNvCxnSpPr>
            <a:cxnSpLocks/>
            <a:stCxn id="98" idx="2"/>
            <a:endCxn id="39" idx="1"/>
          </p:cNvCxnSpPr>
          <p:nvPr/>
        </p:nvCxnSpPr>
        <p:spPr>
          <a:xfrm rot="16200000" flipH="1">
            <a:off x="7259173" y="1479177"/>
            <a:ext cx="2223241" cy="425821"/>
          </a:xfrm>
          <a:prstGeom prst="bentConnector2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Verbindingslijn: gebogen 104">
            <a:extLst>
              <a:ext uri="{FF2B5EF4-FFF2-40B4-BE49-F238E27FC236}">
                <a16:creationId xmlns:a16="http://schemas.microsoft.com/office/drawing/2014/main" id="{89206E24-DA77-14CF-C793-762E8326C73C}"/>
              </a:ext>
            </a:extLst>
          </p:cNvPr>
          <p:cNvCxnSpPr>
            <a:cxnSpLocks/>
            <a:stCxn id="104" idx="2"/>
            <a:endCxn id="47" idx="0"/>
          </p:cNvCxnSpPr>
          <p:nvPr/>
        </p:nvCxnSpPr>
        <p:spPr>
          <a:xfrm rot="5400000">
            <a:off x="10852340" y="700931"/>
            <a:ext cx="243167" cy="2241"/>
          </a:xfrm>
          <a:prstGeom prst="bentConnector3">
            <a:avLst>
              <a:gd name="adj1" fmla="val 50000"/>
            </a:avLst>
          </a:prstGeom>
          <a:ln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Verbindingslijn: gebogen 108">
            <a:extLst>
              <a:ext uri="{FF2B5EF4-FFF2-40B4-BE49-F238E27FC236}">
                <a16:creationId xmlns:a16="http://schemas.microsoft.com/office/drawing/2014/main" id="{67049EA9-8E22-6A32-7BC3-BFB02F52758B}"/>
              </a:ext>
            </a:extLst>
          </p:cNvPr>
          <p:cNvCxnSpPr>
            <a:cxnSpLocks/>
            <a:stCxn id="37" idx="3"/>
            <a:endCxn id="25" idx="1"/>
          </p:cNvCxnSpPr>
          <p:nvPr/>
        </p:nvCxnSpPr>
        <p:spPr>
          <a:xfrm>
            <a:off x="9574305" y="4049805"/>
            <a:ext cx="923369" cy="6725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Verbindingslijn: gebogen 112">
            <a:extLst>
              <a:ext uri="{FF2B5EF4-FFF2-40B4-BE49-F238E27FC236}">
                <a16:creationId xmlns:a16="http://schemas.microsoft.com/office/drawing/2014/main" id="{D4D20CB5-A692-78CE-523F-9A2FC050F135}"/>
              </a:ext>
            </a:extLst>
          </p:cNvPr>
          <p:cNvCxnSpPr>
            <a:cxnSpLocks/>
            <a:stCxn id="37" idx="3"/>
            <a:endCxn id="34" idx="1"/>
          </p:cNvCxnSpPr>
          <p:nvPr/>
        </p:nvCxnSpPr>
        <p:spPr>
          <a:xfrm flipV="1">
            <a:off x="9574305" y="3433482"/>
            <a:ext cx="909921" cy="616323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Verbindingslijn: gebogen 115">
            <a:extLst>
              <a:ext uri="{FF2B5EF4-FFF2-40B4-BE49-F238E27FC236}">
                <a16:creationId xmlns:a16="http://schemas.microsoft.com/office/drawing/2014/main" id="{98CB46C8-0E31-E705-BEBE-9319D7C5E4EB}"/>
              </a:ext>
            </a:extLst>
          </p:cNvPr>
          <p:cNvCxnSpPr>
            <a:cxnSpLocks/>
            <a:stCxn id="37" idx="3"/>
            <a:endCxn id="35" idx="1"/>
          </p:cNvCxnSpPr>
          <p:nvPr/>
        </p:nvCxnSpPr>
        <p:spPr>
          <a:xfrm flipV="1">
            <a:off x="9574305" y="2810434"/>
            <a:ext cx="909921" cy="1239371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Rechte verbindingslijn met pijl 121">
            <a:extLst>
              <a:ext uri="{FF2B5EF4-FFF2-40B4-BE49-F238E27FC236}">
                <a16:creationId xmlns:a16="http://schemas.microsoft.com/office/drawing/2014/main" id="{3A566718-B3BA-33C5-56D3-C56A9848935A}"/>
              </a:ext>
            </a:extLst>
          </p:cNvPr>
          <p:cNvCxnSpPr>
            <a:cxnSpLocks/>
            <a:stCxn id="127" idx="3"/>
            <a:endCxn id="47" idx="1"/>
          </p:cNvCxnSpPr>
          <p:nvPr/>
        </p:nvCxnSpPr>
        <p:spPr>
          <a:xfrm flipV="1">
            <a:off x="9581029" y="1114988"/>
            <a:ext cx="903196" cy="2760005"/>
          </a:xfrm>
          <a:prstGeom prst="bentConnector3">
            <a:avLst>
              <a:gd name="adj1" fmla="val 16253"/>
            </a:avLst>
          </a:prstGeom>
          <a:ln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Rechte verbindingslijn met pijl 121">
            <a:extLst>
              <a:ext uri="{FF2B5EF4-FFF2-40B4-BE49-F238E27FC236}">
                <a16:creationId xmlns:a16="http://schemas.microsoft.com/office/drawing/2014/main" id="{F4E2A5E3-1CFD-2EE3-A3E5-E1668A3CFFA4}"/>
              </a:ext>
            </a:extLst>
          </p:cNvPr>
          <p:cNvCxnSpPr>
            <a:cxnSpLocks/>
            <a:stCxn id="37" idx="1"/>
          </p:cNvCxnSpPr>
          <p:nvPr/>
        </p:nvCxnSpPr>
        <p:spPr>
          <a:xfrm rot="10800000" flipV="1">
            <a:off x="8408898" y="4049804"/>
            <a:ext cx="188254" cy="582709"/>
          </a:xfrm>
          <a:prstGeom prst="bentConnector2">
            <a:avLst/>
          </a:prstGeom>
          <a:ln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50071120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57</TotalTime>
  <Words>82</Words>
  <Application>Microsoft Office PowerPoint</Application>
  <PresentationFormat>Breedbeeld</PresentationFormat>
  <Paragraphs>39</Paragraphs>
  <Slides>1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Kantoorthema</vt:lpstr>
      <vt:lpstr>PowerPoint-presentatie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Joachim Vermeir</dc:creator>
  <cp:lastModifiedBy>Joachim Vermeir</cp:lastModifiedBy>
  <cp:revision>1</cp:revision>
  <dcterms:created xsi:type="dcterms:W3CDTF">2026-03-03T14:42:19Z</dcterms:created>
  <dcterms:modified xsi:type="dcterms:W3CDTF">2026-03-03T15:39:48Z</dcterms:modified>
</cp:coreProperties>
</file>